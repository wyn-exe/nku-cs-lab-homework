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5"/>
  </p:notesMasterIdLst>
  <p:sldIdLst>
    <p:sldId id="294" r:id="rId4"/>
    <p:sldId id="270" r:id="rId6"/>
    <p:sldId id="320" r:id="rId7"/>
    <p:sldId id="295" r:id="rId8"/>
    <p:sldId id="321" r:id="rId9"/>
    <p:sldId id="296" r:id="rId10"/>
    <p:sldId id="325" r:id="rId11"/>
    <p:sldId id="326" r:id="rId12"/>
    <p:sldId id="327" r:id="rId13"/>
    <p:sldId id="297" r:id="rId14"/>
    <p:sldId id="328" r:id="rId15"/>
    <p:sldId id="298" r:id="rId16"/>
    <p:sldId id="299" r:id="rId17"/>
    <p:sldId id="332" r:id="rId18"/>
    <p:sldId id="333" r:id="rId19"/>
    <p:sldId id="336" r:id="rId20"/>
    <p:sldId id="337" r:id="rId21"/>
    <p:sldId id="300" r:id="rId22"/>
    <p:sldId id="338" r:id="rId23"/>
    <p:sldId id="301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50" r:id="rId35"/>
  </p:sldIdLst>
  <p:sldSz cx="12192000" cy="6858000"/>
  <p:notesSz cx="6858000" cy="9144000"/>
  <p:embeddedFontLst>
    <p:embeddedFont>
      <p:font typeface="微软雅黑" panose="020B0503020204020204" pitchFamily="34" charset="-122"/>
      <p:regular r:id="rId40"/>
    </p:embeddedFont>
    <p:embeddedFont>
      <p:font typeface="Calibri" panose="020F0502020204030204"/>
      <p:regular r:id="rId41"/>
      <p:bold r:id="rId42"/>
      <p:italic r:id="rId43"/>
      <p:boldItalic r:id="rId44"/>
    </p:embeddedFont>
    <p:embeddedFont>
      <p:font typeface="金山云技术体" charset="-122"/>
      <p:regular r:id="rId45"/>
    </p:embeddedFont>
    <p:embeddedFont>
      <p:font typeface="黑体" panose="02010609060101010101" charset="-122"/>
      <p:regular r:id="rId46"/>
    </p:embeddedFont>
    <p:embeddedFont>
      <p:font typeface="等线" panose="02010600030101010101" charset="-122"/>
      <p:regular r:id="rId47"/>
    </p:embeddedFont>
    <p:embeddedFont>
      <p:font typeface="等线 Light" panose="02010600030101010101" charset="-122"/>
      <p:regular r:id="rId48"/>
    </p:embeddedFont>
    <p:embeddedFont>
      <p:font typeface="Segoe UI Symbol" panose="020B0502040204020203"/>
      <p:regular r:id="rId4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t 谭" initials="t谭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CE9"/>
    <a:srgbClr val="FDF6EE"/>
    <a:srgbClr val="D0CECE"/>
    <a:srgbClr val="EC9DAC"/>
    <a:srgbClr val="E26D83"/>
    <a:srgbClr val="F9DEE3"/>
    <a:srgbClr val="F8E0E4"/>
    <a:srgbClr val="870069"/>
    <a:srgbClr val="BB1D75"/>
    <a:srgbClr val="E2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4" autoAdjust="0"/>
    <p:restoredTop sz="92245" autoAdjust="0"/>
  </p:normalViewPr>
  <p:slideViewPr>
    <p:cSldViewPr snapToGrid="0">
      <p:cViewPr varScale="1">
        <p:scale>
          <a:sx n="118" d="100"/>
          <a:sy n="118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9" Type="http://schemas.openxmlformats.org/officeDocument/2006/relationships/font" Target="fonts/font10.fntdata"/><Relationship Id="rId48" Type="http://schemas.openxmlformats.org/officeDocument/2006/relationships/font" Target="fonts/font9.fntdata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DDADC-05F3-4845-986E-7B81F94D71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A822-FDE6-49C4-8CBE-CBEF1345C2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6D19-3E61-44F5-9ABB-5504F9CC9B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5FA2E-1B3B-4B0E-9942-AFD3F677A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jpeg"/><Relationship Id="rId7" Type="http://schemas.openxmlformats.org/officeDocument/2006/relationships/image" Target="../media/image8.jpeg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5" Type="http://schemas.openxmlformats.org/officeDocument/2006/relationships/notesSlide" Target="../notesSlides/notesSlide2.xml"/><Relationship Id="rId44" Type="http://schemas.openxmlformats.org/officeDocument/2006/relationships/slideLayout" Target="../slideLayouts/slideLayout1.xml"/><Relationship Id="rId43" Type="http://schemas.openxmlformats.org/officeDocument/2006/relationships/image" Target="../media/image44.jpeg"/><Relationship Id="rId42" Type="http://schemas.openxmlformats.org/officeDocument/2006/relationships/image" Target="../media/image43.jpeg"/><Relationship Id="rId41" Type="http://schemas.openxmlformats.org/officeDocument/2006/relationships/image" Target="../media/image42.jpeg"/><Relationship Id="rId40" Type="http://schemas.openxmlformats.org/officeDocument/2006/relationships/image" Target="../media/image41.jpeg"/><Relationship Id="rId4" Type="http://schemas.openxmlformats.org/officeDocument/2006/relationships/image" Target="../media/image5.jpeg"/><Relationship Id="rId39" Type="http://schemas.openxmlformats.org/officeDocument/2006/relationships/image" Target="../media/image40.jpeg"/><Relationship Id="rId38" Type="http://schemas.openxmlformats.org/officeDocument/2006/relationships/image" Target="../media/image39.jpeg"/><Relationship Id="rId37" Type="http://schemas.openxmlformats.org/officeDocument/2006/relationships/image" Target="../media/image38.jpeg"/><Relationship Id="rId36" Type="http://schemas.openxmlformats.org/officeDocument/2006/relationships/image" Target="../media/image37.jpeg"/><Relationship Id="rId35" Type="http://schemas.openxmlformats.org/officeDocument/2006/relationships/image" Target="../media/image36.jpeg"/><Relationship Id="rId34" Type="http://schemas.openxmlformats.org/officeDocument/2006/relationships/image" Target="../media/image35.jpeg"/><Relationship Id="rId33" Type="http://schemas.openxmlformats.org/officeDocument/2006/relationships/image" Target="../media/image34.jpeg"/><Relationship Id="rId32" Type="http://schemas.openxmlformats.org/officeDocument/2006/relationships/image" Target="../media/image33.jpeg"/><Relationship Id="rId31" Type="http://schemas.openxmlformats.org/officeDocument/2006/relationships/image" Target="../media/image32.jpeg"/><Relationship Id="rId30" Type="http://schemas.openxmlformats.org/officeDocument/2006/relationships/image" Target="../media/image31.jpeg"/><Relationship Id="rId3" Type="http://schemas.openxmlformats.org/officeDocument/2006/relationships/image" Target="../media/image4.jpeg"/><Relationship Id="rId29" Type="http://schemas.openxmlformats.org/officeDocument/2006/relationships/image" Target="../media/image30.jpeg"/><Relationship Id="rId28" Type="http://schemas.openxmlformats.org/officeDocument/2006/relationships/image" Target="../media/image29.jpeg"/><Relationship Id="rId27" Type="http://schemas.openxmlformats.org/officeDocument/2006/relationships/image" Target="../media/image28.jpeg"/><Relationship Id="rId26" Type="http://schemas.openxmlformats.org/officeDocument/2006/relationships/image" Target="../media/image27.jpeg"/><Relationship Id="rId25" Type="http://schemas.openxmlformats.org/officeDocument/2006/relationships/image" Target="../media/image26.jpeg"/><Relationship Id="rId24" Type="http://schemas.openxmlformats.org/officeDocument/2006/relationships/image" Target="../media/image25.jpeg"/><Relationship Id="rId23" Type="http://schemas.openxmlformats.org/officeDocument/2006/relationships/image" Target="../media/image24.jpeg"/><Relationship Id="rId22" Type="http://schemas.openxmlformats.org/officeDocument/2006/relationships/image" Target="../media/image23.jpeg"/><Relationship Id="rId21" Type="http://schemas.openxmlformats.org/officeDocument/2006/relationships/image" Target="../media/image22.jpeg"/><Relationship Id="rId20" Type="http://schemas.openxmlformats.org/officeDocument/2006/relationships/image" Target="../media/image21.jpeg"/><Relationship Id="rId2" Type="http://schemas.openxmlformats.org/officeDocument/2006/relationships/image" Target="../media/image3.jpeg"/><Relationship Id="rId19" Type="http://schemas.openxmlformats.org/officeDocument/2006/relationships/image" Target="../media/image20.jpeg"/><Relationship Id="rId18" Type="http://schemas.openxmlformats.org/officeDocument/2006/relationships/image" Target="../media/image19.jpeg"/><Relationship Id="rId17" Type="http://schemas.openxmlformats.org/officeDocument/2006/relationships/image" Target="../media/image18.jpeg"/><Relationship Id="rId16" Type="http://schemas.openxmlformats.org/officeDocument/2006/relationships/image" Target="../media/image17.jpeg"/><Relationship Id="rId15" Type="http://schemas.openxmlformats.org/officeDocument/2006/relationships/image" Target="../media/image16.jpeg"/><Relationship Id="rId14" Type="http://schemas.openxmlformats.org/officeDocument/2006/relationships/image" Target="../media/image15.jpeg"/><Relationship Id="rId13" Type="http://schemas.openxmlformats.org/officeDocument/2006/relationships/image" Target="../media/image14.jpeg"/><Relationship Id="rId12" Type="http://schemas.openxmlformats.org/officeDocument/2006/relationships/image" Target="../media/image13.jpeg"/><Relationship Id="rId11" Type="http://schemas.openxmlformats.org/officeDocument/2006/relationships/image" Target="../media/image12.jpeg"/><Relationship Id="rId10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1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845185" y="3510915"/>
            <a:ext cx="10868025" cy="8724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一种革命性的文件系统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旨在解决现代智能设备中的存储与性能瓶颈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78971" y="5897880"/>
            <a:ext cx="4931229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zh-CN" altLang="en-US" sz="1600" b="1" dirty="0">
              <a:solidFill>
                <a:srgbClr val="5755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87440" y="5958412"/>
            <a:ext cx="5525589" cy="454169"/>
          </a:xfrm>
          <a:prstGeom prst="roundRect">
            <a:avLst/>
          </a:prstGeom>
          <a:gradFill>
            <a:gsLst>
              <a:gs pos="0">
                <a:srgbClr val="E2007E"/>
              </a:gs>
              <a:gs pos="90000">
                <a:srgbClr val="8700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187438" y="5897880"/>
            <a:ext cx="5525592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汇报人：梁景铭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王一诺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强博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525417" y="3181739"/>
            <a:ext cx="51411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20675" y="986790"/>
            <a:ext cx="11392535" cy="2195195"/>
          </a:xfrm>
          <a:prstGeom prst="rect">
            <a:avLst/>
          </a:prstGeom>
        </p:spPr>
        <p:txBody>
          <a:bodyPr vert="horz" wrap="square" lIns="0" tIns="111125" rIns="0" bIns="0" rtlCol="0">
            <a:noAutofit/>
          </a:bodyPr>
          <a:lstStyle/>
          <a:p>
            <a:pPr marL="193040" marR="5080" indent="-180975">
              <a:lnSpc>
                <a:spcPts val="5780"/>
              </a:lnSpc>
              <a:spcBef>
                <a:spcPts val="875"/>
              </a:spcBef>
            </a:pPr>
            <a:r>
              <a:rPr sz="5400" dirty="0">
                <a:solidFill>
                  <a:schemeClr val="bg1"/>
                </a:solidFill>
              </a:rPr>
              <a:t>EROFS:</a:t>
            </a:r>
            <a:r>
              <a:rPr sz="5400" spc="-100" dirty="0">
                <a:solidFill>
                  <a:schemeClr val="bg1"/>
                </a:solidFill>
              </a:rPr>
              <a:t> </a:t>
            </a:r>
            <a:r>
              <a:rPr sz="5400" dirty="0">
                <a:solidFill>
                  <a:schemeClr val="bg1"/>
                </a:solidFill>
              </a:rPr>
              <a:t>A</a:t>
            </a:r>
            <a:r>
              <a:rPr sz="5400" spc="-105" dirty="0">
                <a:solidFill>
                  <a:schemeClr val="bg1"/>
                </a:solidFill>
              </a:rPr>
              <a:t> </a:t>
            </a:r>
            <a:r>
              <a:rPr sz="5400" spc="-35" dirty="0">
                <a:solidFill>
                  <a:schemeClr val="bg1"/>
                </a:solidFill>
              </a:rPr>
              <a:t>Compression-</a:t>
            </a:r>
            <a:r>
              <a:rPr sz="5400" dirty="0">
                <a:solidFill>
                  <a:schemeClr val="bg1"/>
                </a:solidFill>
              </a:rPr>
              <a:t>friendly</a:t>
            </a:r>
            <a:r>
              <a:rPr sz="5400" spc="-125" dirty="0">
                <a:solidFill>
                  <a:schemeClr val="bg1"/>
                </a:solidFill>
              </a:rPr>
              <a:t> </a:t>
            </a:r>
            <a:r>
              <a:rPr sz="5400" spc="-10" dirty="0">
                <a:solidFill>
                  <a:schemeClr val="bg1"/>
                </a:solidFill>
              </a:rPr>
              <a:t>Readonly </a:t>
            </a:r>
            <a:r>
              <a:rPr sz="5400" dirty="0">
                <a:solidFill>
                  <a:schemeClr val="bg1"/>
                </a:solidFill>
              </a:rPr>
              <a:t>File</a:t>
            </a:r>
            <a:r>
              <a:rPr sz="5400" spc="-175" dirty="0">
                <a:solidFill>
                  <a:schemeClr val="bg1"/>
                </a:solidFill>
              </a:rPr>
              <a:t> </a:t>
            </a:r>
            <a:r>
              <a:rPr sz="5400" dirty="0">
                <a:solidFill>
                  <a:schemeClr val="bg1"/>
                </a:solidFill>
              </a:rPr>
              <a:t>System</a:t>
            </a:r>
            <a:r>
              <a:rPr sz="5400" spc="-180" dirty="0">
                <a:solidFill>
                  <a:schemeClr val="bg1"/>
                </a:solidFill>
              </a:rPr>
              <a:t> </a:t>
            </a:r>
            <a:r>
              <a:rPr sz="5400" dirty="0">
                <a:solidFill>
                  <a:schemeClr val="bg1"/>
                </a:solidFill>
              </a:rPr>
              <a:t>for</a:t>
            </a:r>
            <a:r>
              <a:rPr sz="5400" spc="-170" dirty="0">
                <a:solidFill>
                  <a:schemeClr val="bg1"/>
                </a:solidFill>
              </a:rPr>
              <a:t> </a:t>
            </a:r>
            <a:r>
              <a:rPr sz="5400" spc="-50" dirty="0">
                <a:solidFill>
                  <a:schemeClr val="bg1"/>
                </a:solidFill>
              </a:rPr>
              <a:t>Resource-</a:t>
            </a:r>
            <a:r>
              <a:rPr sz="5400" dirty="0">
                <a:solidFill>
                  <a:schemeClr val="bg1"/>
                </a:solidFill>
              </a:rPr>
              <a:t>scarce</a:t>
            </a:r>
            <a:r>
              <a:rPr sz="5400" spc="-180" dirty="0">
                <a:solidFill>
                  <a:schemeClr val="bg1"/>
                </a:solidFill>
              </a:rPr>
              <a:t> </a:t>
            </a:r>
            <a:r>
              <a:rPr sz="5400" spc="-10" dirty="0">
                <a:solidFill>
                  <a:schemeClr val="bg1"/>
                </a:solidFill>
              </a:rPr>
              <a:t>Devices</a:t>
            </a:r>
            <a:endParaRPr sz="5400"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0" y="0"/>
            <a:ext cx="4486910" cy="84582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存储困境：系统膨胀，空间告急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111250"/>
            <a:ext cx="11746230" cy="552450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object 3"/>
          <p:cNvGrpSpPr/>
          <p:nvPr/>
        </p:nvGrpSpPr>
        <p:grpSpPr>
          <a:xfrm>
            <a:off x="668020" y="1221740"/>
            <a:ext cx="10856595" cy="5286375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6228" y="1002531"/>
              <a:ext cx="1877482" cy="1247086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850" y="992661"/>
              <a:ext cx="1877482" cy="1247086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9989" y="1021798"/>
              <a:ext cx="1877482" cy="1247086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1659" y="1042088"/>
              <a:ext cx="1877482" cy="1247086"/>
            </a:xfrm>
            <a:prstGeom prst="rect">
              <a:avLst/>
            </a:prstGeom>
          </p:spPr>
        </p:pic>
        <p:pic>
          <p:nvPicPr>
            <p:cNvPr id="10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8235" y="2172980"/>
              <a:ext cx="1877482" cy="1247086"/>
            </a:xfrm>
            <a:prstGeom prst="rect">
              <a:avLst/>
            </a:prstGeom>
          </p:spPr>
        </p:pic>
        <p:pic>
          <p:nvPicPr>
            <p:cNvPr id="11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2186038"/>
              <a:ext cx="1856617" cy="1247086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33534" y="2165113"/>
              <a:ext cx="1877482" cy="1247086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3434" y="2198917"/>
              <a:ext cx="1877482" cy="1247086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75019" y="2186767"/>
              <a:ext cx="1877482" cy="1247086"/>
            </a:xfrm>
            <a:prstGeom prst="rect">
              <a:avLst/>
            </a:prstGeom>
          </p:spPr>
        </p:pic>
        <p:pic>
          <p:nvPicPr>
            <p:cNvPr id="15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14" y="3318816"/>
              <a:ext cx="1699327" cy="1384129"/>
            </a:xfrm>
            <a:prstGeom prst="rect">
              <a:avLst/>
            </a:prstGeom>
          </p:spPr>
        </p:pic>
        <p:pic>
          <p:nvPicPr>
            <p:cNvPr id="16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9035" y="3355602"/>
              <a:ext cx="1891186" cy="1247086"/>
            </a:xfrm>
            <a:prstGeom prst="rect">
              <a:avLst/>
            </a:prstGeom>
          </p:spPr>
        </p:pic>
        <p:pic>
          <p:nvPicPr>
            <p:cNvPr id="17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71634" y="3362793"/>
              <a:ext cx="1877482" cy="1247086"/>
            </a:xfrm>
            <a:prstGeom prst="rect">
              <a:avLst/>
            </a:prstGeom>
          </p:spPr>
        </p:pic>
        <p:pic>
          <p:nvPicPr>
            <p:cNvPr id="18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9761" y="4523027"/>
              <a:ext cx="1726736" cy="1356721"/>
            </a:xfrm>
            <a:prstGeom prst="rect">
              <a:avLst/>
            </a:prstGeom>
          </p:spPr>
        </p:pic>
        <p:pic>
          <p:nvPicPr>
            <p:cNvPr id="19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06" y="4572683"/>
              <a:ext cx="1891187" cy="1247086"/>
            </a:xfrm>
            <a:prstGeom prst="rect">
              <a:avLst/>
            </a:prstGeom>
          </p:spPr>
        </p:pic>
        <p:pic>
          <p:nvPicPr>
            <p:cNvPr id="20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24234" y="3354617"/>
              <a:ext cx="1877482" cy="1247086"/>
            </a:xfrm>
            <a:prstGeom prst="rect">
              <a:avLst/>
            </a:prstGeom>
          </p:spPr>
        </p:pic>
        <p:pic>
          <p:nvPicPr>
            <p:cNvPr id="21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89535" y="3337233"/>
              <a:ext cx="1767848" cy="1329312"/>
            </a:xfrm>
            <a:prstGeom prst="rect">
              <a:avLst/>
            </a:prstGeom>
          </p:spPr>
        </p:pic>
        <p:pic>
          <p:nvPicPr>
            <p:cNvPr id="22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65284" y="4535013"/>
              <a:ext cx="1877482" cy="1247086"/>
            </a:xfrm>
            <a:prstGeom prst="rect">
              <a:avLst/>
            </a:prstGeom>
          </p:spPr>
        </p:pic>
        <p:pic>
          <p:nvPicPr>
            <p:cNvPr id="23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24055" y="4535013"/>
              <a:ext cx="1877482" cy="1247086"/>
            </a:xfrm>
            <a:prstGeom prst="rect">
              <a:avLst/>
            </a:prstGeom>
          </p:spPr>
        </p:pic>
        <p:pic>
          <p:nvPicPr>
            <p:cNvPr id="24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745575" y="1046510"/>
              <a:ext cx="1767848" cy="1329312"/>
            </a:xfrm>
            <a:prstGeom prst="rect">
              <a:avLst/>
            </a:prstGeom>
          </p:spPr>
        </p:pic>
        <p:pic>
          <p:nvPicPr>
            <p:cNvPr id="25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80901" y="2211617"/>
              <a:ext cx="1877482" cy="1247086"/>
            </a:xfrm>
            <a:prstGeom prst="rect">
              <a:avLst/>
            </a:prstGeom>
          </p:spPr>
        </p:pic>
        <p:pic>
          <p:nvPicPr>
            <p:cNvPr id="26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87706" y="3381359"/>
              <a:ext cx="1877482" cy="1247086"/>
            </a:xfrm>
            <a:prstGeom prst="rect">
              <a:avLst/>
            </a:prstGeom>
          </p:spPr>
        </p:pic>
        <p:pic>
          <p:nvPicPr>
            <p:cNvPr id="27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55231" y="1015838"/>
              <a:ext cx="1736768" cy="1247086"/>
            </a:xfrm>
            <a:prstGeom prst="rect">
              <a:avLst/>
            </a:prstGeom>
          </p:spPr>
        </p:pic>
        <p:pic>
          <p:nvPicPr>
            <p:cNvPr id="28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430326" y="2165113"/>
              <a:ext cx="1761674" cy="1247086"/>
            </a:xfrm>
            <a:prstGeom prst="rect">
              <a:avLst/>
            </a:prstGeom>
          </p:spPr>
        </p:pic>
        <p:pic>
          <p:nvPicPr>
            <p:cNvPr id="29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449376" y="3323706"/>
              <a:ext cx="1742624" cy="1247086"/>
            </a:xfrm>
            <a:prstGeom prst="rect">
              <a:avLst/>
            </a:prstGeom>
          </p:spPr>
        </p:pic>
        <p:pic>
          <p:nvPicPr>
            <p:cNvPr id="30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64135" y="4613300"/>
              <a:ext cx="1877482" cy="1247086"/>
            </a:xfrm>
            <a:prstGeom prst="rect">
              <a:avLst/>
            </a:prstGeom>
          </p:spPr>
        </p:pic>
        <p:pic>
          <p:nvPicPr>
            <p:cNvPr id="31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65935" y="4582189"/>
              <a:ext cx="2055638" cy="1151157"/>
            </a:xfrm>
            <a:prstGeom prst="rect">
              <a:avLst/>
            </a:prstGeom>
          </p:spPr>
        </p:pic>
        <p:pic>
          <p:nvPicPr>
            <p:cNvPr id="32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570935" y="4442709"/>
              <a:ext cx="1621064" cy="1247086"/>
            </a:xfrm>
            <a:prstGeom prst="rect">
              <a:avLst/>
            </a:prstGeom>
          </p:spPr>
        </p:pic>
        <p:pic>
          <p:nvPicPr>
            <p:cNvPr id="33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0" y="0"/>
              <a:ext cx="1815040" cy="1120693"/>
            </a:xfrm>
            <a:prstGeom prst="rect">
              <a:avLst/>
            </a:prstGeom>
          </p:spPr>
        </p:pic>
        <p:pic>
          <p:nvPicPr>
            <p:cNvPr id="34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64500" y="0"/>
              <a:ext cx="1877482" cy="1120693"/>
            </a:xfrm>
            <a:prstGeom prst="rect">
              <a:avLst/>
            </a:prstGeom>
          </p:spPr>
        </p:pic>
        <p:pic>
          <p:nvPicPr>
            <p:cNvPr id="35" name="object 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606" y="5690713"/>
              <a:ext cx="1877482" cy="1167286"/>
            </a:xfrm>
            <a:prstGeom prst="rect">
              <a:avLst/>
            </a:prstGeom>
          </p:spPr>
        </p:pic>
        <p:pic>
          <p:nvPicPr>
            <p:cNvPr id="36" name="object 3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88058" y="5731488"/>
              <a:ext cx="1877482" cy="1126511"/>
            </a:xfrm>
            <a:prstGeom prst="rect">
              <a:avLst/>
            </a:prstGeom>
          </p:spPr>
        </p:pic>
        <p:pic>
          <p:nvPicPr>
            <p:cNvPr id="37" name="object 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36947" y="5715384"/>
              <a:ext cx="1877482" cy="1142615"/>
            </a:xfrm>
            <a:prstGeom prst="rect">
              <a:avLst/>
            </a:prstGeom>
          </p:spPr>
        </p:pic>
        <p:pic>
          <p:nvPicPr>
            <p:cNvPr id="38" name="object 3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90578" y="5719052"/>
              <a:ext cx="1877482" cy="1138947"/>
            </a:xfrm>
            <a:prstGeom prst="rect">
              <a:avLst/>
            </a:prstGeom>
          </p:spPr>
        </p:pic>
        <p:pic>
          <p:nvPicPr>
            <p:cNvPr id="39" name="object 3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04401" y="0"/>
              <a:ext cx="1973411" cy="1082593"/>
            </a:xfrm>
            <a:prstGeom prst="rect">
              <a:avLst/>
            </a:prstGeom>
          </p:spPr>
        </p:pic>
        <p:pic>
          <p:nvPicPr>
            <p:cNvPr id="40" name="object 3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76741" y="0"/>
              <a:ext cx="1877482" cy="1113104"/>
            </a:xfrm>
            <a:prstGeom prst="rect">
              <a:avLst/>
            </a:prstGeom>
          </p:spPr>
        </p:pic>
        <p:pic>
          <p:nvPicPr>
            <p:cNvPr id="41" name="object 3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82624" y="0"/>
              <a:ext cx="1877482" cy="1133393"/>
            </a:xfrm>
            <a:prstGeom prst="rect">
              <a:avLst/>
            </a:prstGeom>
          </p:spPr>
        </p:pic>
        <p:pic>
          <p:nvPicPr>
            <p:cNvPr id="43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061272" y="5700684"/>
              <a:ext cx="1767848" cy="1157314"/>
            </a:xfrm>
            <a:prstGeom prst="rect">
              <a:avLst/>
            </a:prstGeom>
          </p:spPr>
        </p:pic>
        <p:pic>
          <p:nvPicPr>
            <p:cNvPr id="44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722524" y="5641959"/>
              <a:ext cx="1877482" cy="1216040"/>
            </a:xfrm>
            <a:prstGeom prst="rect">
              <a:avLst/>
            </a:prstGeom>
          </p:spPr>
        </p:pic>
        <p:pic>
          <p:nvPicPr>
            <p:cNvPr id="45" name="object 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485837" y="5659387"/>
              <a:ext cx="1706162" cy="1198611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0" y="1027931"/>
              <a:ext cx="1814286" cy="1247086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779046" y="0"/>
              <a:ext cx="1767848" cy="1169460"/>
            </a:xfrm>
            <a:prstGeom prst="rect">
              <a:avLst/>
            </a:prstGeom>
          </p:spPr>
        </p:pic>
        <p:pic>
          <p:nvPicPr>
            <p:cNvPr id="48" name="object 4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0" y="0"/>
            <a:ext cx="4486910" cy="84582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存储困境：系统膨胀，空间告急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210"/>
            <a:ext cx="12025630" cy="47879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随着安装系统的迭代和应用功能的丰富，系统分区和应用本身占用的存储空间急剧增加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793240"/>
            <a:ext cx="11683365" cy="484251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object 2"/>
          <p:cNvSpPr/>
          <p:nvPr/>
        </p:nvSpPr>
        <p:spPr>
          <a:xfrm>
            <a:off x="6654800" y="2374900"/>
            <a:ext cx="965200" cy="2203450"/>
          </a:xfrm>
          <a:custGeom>
            <a:avLst/>
            <a:gdLst/>
            <a:ahLst/>
            <a:cxnLst/>
            <a:rect l="l" t="t" r="r" b="b"/>
            <a:pathLst>
              <a:path w="965200" h="2203450">
                <a:moveTo>
                  <a:pt x="965200" y="0"/>
                </a:moveTo>
                <a:lnTo>
                  <a:pt x="0" y="0"/>
                </a:lnTo>
                <a:lnTo>
                  <a:pt x="0" y="2203016"/>
                </a:lnTo>
                <a:lnTo>
                  <a:pt x="965200" y="2203016"/>
                </a:lnTo>
                <a:lnTo>
                  <a:pt x="965200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3"/>
          <p:cNvSpPr/>
          <p:nvPr/>
        </p:nvSpPr>
        <p:spPr>
          <a:xfrm>
            <a:off x="8001000" y="2032000"/>
            <a:ext cx="965200" cy="2546350"/>
          </a:xfrm>
          <a:custGeom>
            <a:avLst/>
            <a:gdLst/>
            <a:ahLst/>
            <a:cxnLst/>
            <a:rect l="l" t="t" r="r" b="b"/>
            <a:pathLst>
              <a:path w="965200" h="2546350">
                <a:moveTo>
                  <a:pt x="965200" y="0"/>
                </a:moveTo>
                <a:lnTo>
                  <a:pt x="0" y="0"/>
                </a:lnTo>
                <a:lnTo>
                  <a:pt x="0" y="2545916"/>
                </a:lnTo>
                <a:lnTo>
                  <a:pt x="965200" y="2545916"/>
                </a:lnTo>
                <a:lnTo>
                  <a:pt x="965200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4"/>
          <p:cNvSpPr/>
          <p:nvPr/>
        </p:nvSpPr>
        <p:spPr>
          <a:xfrm>
            <a:off x="1231900" y="4152900"/>
            <a:ext cx="965200" cy="425450"/>
          </a:xfrm>
          <a:custGeom>
            <a:avLst/>
            <a:gdLst/>
            <a:ahLst/>
            <a:cxnLst/>
            <a:rect l="l" t="t" r="r" b="b"/>
            <a:pathLst>
              <a:path w="965200" h="425450">
                <a:moveTo>
                  <a:pt x="0" y="0"/>
                </a:moveTo>
                <a:lnTo>
                  <a:pt x="965200" y="0"/>
                </a:lnTo>
                <a:lnTo>
                  <a:pt x="965200" y="425017"/>
                </a:lnTo>
                <a:lnTo>
                  <a:pt x="0" y="42501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5"/>
          <p:cNvSpPr/>
          <p:nvPr/>
        </p:nvSpPr>
        <p:spPr>
          <a:xfrm>
            <a:off x="2590800" y="4038600"/>
            <a:ext cx="965200" cy="539750"/>
          </a:xfrm>
          <a:custGeom>
            <a:avLst/>
            <a:gdLst/>
            <a:ahLst/>
            <a:cxnLst/>
            <a:rect l="l" t="t" r="r" b="b"/>
            <a:pathLst>
              <a:path w="965200" h="539750">
                <a:moveTo>
                  <a:pt x="0" y="0"/>
                </a:moveTo>
                <a:lnTo>
                  <a:pt x="965200" y="0"/>
                </a:lnTo>
                <a:lnTo>
                  <a:pt x="965200" y="539317"/>
                </a:lnTo>
                <a:lnTo>
                  <a:pt x="0" y="53931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6"/>
          <p:cNvSpPr/>
          <p:nvPr/>
        </p:nvSpPr>
        <p:spPr>
          <a:xfrm>
            <a:off x="3937000" y="4038600"/>
            <a:ext cx="977900" cy="539750"/>
          </a:xfrm>
          <a:custGeom>
            <a:avLst/>
            <a:gdLst/>
            <a:ahLst/>
            <a:cxnLst/>
            <a:rect l="l" t="t" r="r" b="b"/>
            <a:pathLst>
              <a:path w="977900" h="539750">
                <a:moveTo>
                  <a:pt x="0" y="0"/>
                </a:moveTo>
                <a:lnTo>
                  <a:pt x="977900" y="0"/>
                </a:lnTo>
                <a:lnTo>
                  <a:pt x="977900" y="539317"/>
                </a:lnTo>
                <a:lnTo>
                  <a:pt x="0" y="53931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7"/>
          <p:cNvSpPr/>
          <p:nvPr/>
        </p:nvSpPr>
        <p:spPr>
          <a:xfrm>
            <a:off x="5295900" y="3886200"/>
            <a:ext cx="965200" cy="692150"/>
          </a:xfrm>
          <a:custGeom>
            <a:avLst/>
            <a:gdLst/>
            <a:ahLst/>
            <a:cxnLst/>
            <a:rect l="l" t="t" r="r" b="b"/>
            <a:pathLst>
              <a:path w="965200" h="692150">
                <a:moveTo>
                  <a:pt x="0" y="0"/>
                </a:moveTo>
                <a:lnTo>
                  <a:pt x="965200" y="0"/>
                </a:lnTo>
                <a:lnTo>
                  <a:pt x="965200" y="691717"/>
                </a:lnTo>
                <a:lnTo>
                  <a:pt x="0" y="69171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8"/>
          <p:cNvSpPr/>
          <p:nvPr/>
        </p:nvSpPr>
        <p:spPr>
          <a:xfrm>
            <a:off x="6654800" y="2374900"/>
            <a:ext cx="965200" cy="2203450"/>
          </a:xfrm>
          <a:custGeom>
            <a:avLst/>
            <a:gdLst/>
            <a:ahLst/>
            <a:cxnLst/>
            <a:rect l="l" t="t" r="r" b="b"/>
            <a:pathLst>
              <a:path w="965200" h="2203450">
                <a:moveTo>
                  <a:pt x="0" y="0"/>
                </a:moveTo>
                <a:lnTo>
                  <a:pt x="965200" y="0"/>
                </a:lnTo>
                <a:lnTo>
                  <a:pt x="965200" y="2203017"/>
                </a:lnTo>
                <a:lnTo>
                  <a:pt x="0" y="220301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8" name="object 9"/>
          <p:cNvGrpSpPr/>
          <p:nvPr/>
        </p:nvGrpSpPr>
        <p:grpSpPr>
          <a:xfrm>
            <a:off x="1035880" y="2012950"/>
            <a:ext cx="8133715" cy="2584450"/>
            <a:chOff x="1035880" y="2012950"/>
            <a:chExt cx="8133715" cy="2584450"/>
          </a:xfrm>
        </p:grpSpPr>
        <p:sp>
          <p:nvSpPr>
            <p:cNvPr id="109" name="object 10"/>
            <p:cNvSpPr/>
            <p:nvPr/>
          </p:nvSpPr>
          <p:spPr>
            <a:xfrm>
              <a:off x="8001000" y="2032000"/>
              <a:ext cx="965200" cy="2546350"/>
            </a:xfrm>
            <a:custGeom>
              <a:avLst/>
              <a:gdLst/>
              <a:ahLst/>
              <a:cxnLst/>
              <a:rect l="l" t="t" r="r" b="b"/>
              <a:pathLst>
                <a:path w="965200" h="2546350">
                  <a:moveTo>
                    <a:pt x="0" y="0"/>
                  </a:moveTo>
                  <a:lnTo>
                    <a:pt x="965200" y="0"/>
                  </a:lnTo>
                  <a:lnTo>
                    <a:pt x="965200" y="2545917"/>
                  </a:lnTo>
                  <a:lnTo>
                    <a:pt x="0" y="254591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"/>
            <p:cNvSpPr/>
            <p:nvPr/>
          </p:nvSpPr>
          <p:spPr>
            <a:xfrm>
              <a:off x="1040642" y="4577916"/>
              <a:ext cx="8124190" cy="0"/>
            </a:xfrm>
            <a:custGeom>
              <a:avLst/>
              <a:gdLst/>
              <a:ahLst/>
              <a:cxnLst/>
              <a:rect l="l" t="t" r="r" b="b"/>
              <a:pathLst>
                <a:path w="8124190">
                  <a:moveTo>
                    <a:pt x="0" y="0"/>
                  </a:moveTo>
                  <a:lnTo>
                    <a:pt x="8123638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2"/>
          <p:cNvSpPr txBox="1"/>
          <p:nvPr/>
        </p:nvSpPr>
        <p:spPr>
          <a:xfrm>
            <a:off x="1231900" y="4152900"/>
            <a:ext cx="965200" cy="42545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4381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345"/>
              </a:spcBef>
            </a:pPr>
            <a:r>
              <a:rPr sz="2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512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2" name="object 13"/>
          <p:cNvSpPr txBox="1"/>
          <p:nvPr/>
        </p:nvSpPr>
        <p:spPr>
          <a:xfrm>
            <a:off x="2590800" y="4038600"/>
            <a:ext cx="965200" cy="53975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4254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335"/>
              </a:spcBef>
            </a:pPr>
            <a:r>
              <a:rPr sz="2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654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3" name="object 14"/>
          <p:cNvSpPr txBox="1"/>
          <p:nvPr/>
        </p:nvSpPr>
        <p:spPr>
          <a:xfrm>
            <a:off x="3937000" y="4038600"/>
            <a:ext cx="977900" cy="53975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45720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360"/>
              </a:spcBef>
            </a:pPr>
            <a:r>
              <a:rPr sz="2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650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4" name="object 15"/>
          <p:cNvSpPr txBox="1"/>
          <p:nvPr/>
        </p:nvSpPr>
        <p:spPr>
          <a:xfrm>
            <a:off x="5295900" y="3886200"/>
            <a:ext cx="965200" cy="692150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39370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310"/>
              </a:spcBef>
            </a:pPr>
            <a:r>
              <a:rPr sz="2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840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5" name="object 16"/>
          <p:cNvSpPr txBox="1"/>
          <p:nvPr/>
        </p:nvSpPr>
        <p:spPr>
          <a:xfrm>
            <a:off x="6673850" y="2410459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2654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6" name="object 17"/>
          <p:cNvSpPr txBox="1"/>
          <p:nvPr/>
        </p:nvSpPr>
        <p:spPr>
          <a:xfrm>
            <a:off x="8020050" y="2066035"/>
            <a:ext cx="927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3072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7" name="object 18"/>
          <p:cNvGrpSpPr/>
          <p:nvPr/>
        </p:nvGrpSpPr>
        <p:grpSpPr>
          <a:xfrm>
            <a:off x="1425978" y="3217288"/>
            <a:ext cx="163830" cy="163830"/>
            <a:chOff x="1425978" y="3217288"/>
            <a:chExt cx="163830" cy="163830"/>
          </a:xfrm>
        </p:grpSpPr>
        <p:sp>
          <p:nvSpPr>
            <p:cNvPr id="118" name="object 19"/>
            <p:cNvSpPr/>
            <p:nvPr/>
          </p:nvSpPr>
          <p:spPr>
            <a:xfrm>
              <a:off x="1445028" y="3236338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25730" h="125729">
                  <a:moveTo>
                    <a:pt x="125530" y="0"/>
                  </a:moveTo>
                  <a:lnTo>
                    <a:pt x="0" y="0"/>
                  </a:lnTo>
                  <a:lnTo>
                    <a:pt x="0" y="125529"/>
                  </a:lnTo>
                  <a:lnTo>
                    <a:pt x="125530" y="125529"/>
                  </a:lnTo>
                  <a:lnTo>
                    <a:pt x="12553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20"/>
            <p:cNvSpPr/>
            <p:nvPr/>
          </p:nvSpPr>
          <p:spPr>
            <a:xfrm>
              <a:off x="1445028" y="3236338"/>
              <a:ext cx="125730" cy="125730"/>
            </a:xfrm>
            <a:custGeom>
              <a:avLst/>
              <a:gdLst/>
              <a:ahLst/>
              <a:cxnLst/>
              <a:rect l="l" t="t" r="r" b="b"/>
              <a:pathLst>
                <a:path w="125730" h="125729">
                  <a:moveTo>
                    <a:pt x="0" y="0"/>
                  </a:moveTo>
                  <a:lnTo>
                    <a:pt x="125530" y="0"/>
                  </a:lnTo>
                  <a:lnTo>
                    <a:pt x="125530" y="125530"/>
                  </a:lnTo>
                  <a:lnTo>
                    <a:pt x="0" y="12553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21"/>
          <p:cNvSpPr txBox="1"/>
          <p:nvPr/>
        </p:nvSpPr>
        <p:spPr>
          <a:xfrm>
            <a:off x="1615861" y="3114547"/>
            <a:ext cx="2545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/system</a:t>
            </a:r>
            <a:r>
              <a:rPr sz="1800" spc="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Partition</a:t>
            </a:r>
            <a:r>
              <a:rPr sz="1800" spc="-8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Size</a:t>
            </a:r>
            <a:r>
              <a:rPr sz="1800" spc="-3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(MB)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1" name="object 23"/>
          <p:cNvGrpSpPr/>
          <p:nvPr/>
        </p:nvGrpSpPr>
        <p:grpSpPr>
          <a:xfrm>
            <a:off x="1445209" y="1720640"/>
            <a:ext cx="6858634" cy="2247900"/>
            <a:chOff x="1541729" y="1550460"/>
            <a:chExt cx="6858634" cy="2247900"/>
          </a:xfrm>
        </p:grpSpPr>
        <p:sp>
          <p:nvSpPr>
            <p:cNvPr id="122" name="object 24"/>
            <p:cNvSpPr/>
            <p:nvPr/>
          </p:nvSpPr>
          <p:spPr>
            <a:xfrm>
              <a:off x="2251952" y="1752230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39" h="963294">
                  <a:moveTo>
                    <a:pt x="391953" y="0"/>
                  </a:moveTo>
                  <a:lnTo>
                    <a:pt x="68764" y="0"/>
                  </a:lnTo>
                  <a:lnTo>
                    <a:pt x="42064" y="5426"/>
                  </a:lnTo>
                  <a:lnTo>
                    <a:pt x="20199" y="20199"/>
                  </a:lnTo>
                  <a:lnTo>
                    <a:pt x="5426" y="42064"/>
                  </a:lnTo>
                  <a:lnTo>
                    <a:pt x="0" y="68764"/>
                  </a:lnTo>
                  <a:lnTo>
                    <a:pt x="0" y="893930"/>
                  </a:lnTo>
                  <a:lnTo>
                    <a:pt x="5426" y="920629"/>
                  </a:lnTo>
                  <a:lnTo>
                    <a:pt x="20199" y="942493"/>
                  </a:lnTo>
                  <a:lnTo>
                    <a:pt x="42064" y="957267"/>
                  </a:lnTo>
                  <a:lnTo>
                    <a:pt x="68764" y="962693"/>
                  </a:lnTo>
                  <a:lnTo>
                    <a:pt x="1203366" y="962693"/>
                  </a:lnTo>
                  <a:lnTo>
                    <a:pt x="1230066" y="957267"/>
                  </a:lnTo>
                  <a:lnTo>
                    <a:pt x="1251930" y="942493"/>
                  </a:lnTo>
                  <a:lnTo>
                    <a:pt x="1266703" y="920629"/>
                  </a:lnTo>
                  <a:lnTo>
                    <a:pt x="1272129" y="893930"/>
                  </a:lnTo>
                  <a:lnTo>
                    <a:pt x="1272129" y="206291"/>
                  </a:lnTo>
                  <a:lnTo>
                    <a:pt x="1251930" y="157727"/>
                  </a:lnTo>
                  <a:lnTo>
                    <a:pt x="1203366" y="137528"/>
                  </a:lnTo>
                  <a:lnTo>
                    <a:pt x="618874" y="137528"/>
                  </a:lnTo>
                  <a:lnTo>
                    <a:pt x="421447" y="6527"/>
                  </a:lnTo>
                  <a:lnTo>
                    <a:pt x="412153" y="2794"/>
                  </a:lnTo>
                  <a:lnTo>
                    <a:pt x="402214" y="671"/>
                  </a:lnTo>
                  <a:lnTo>
                    <a:pt x="391953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25"/>
            <p:cNvSpPr/>
            <p:nvPr/>
          </p:nvSpPr>
          <p:spPr>
            <a:xfrm>
              <a:off x="2251952" y="1752230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39" h="963294">
                  <a:moveTo>
                    <a:pt x="1203366" y="962693"/>
                  </a:moveTo>
                  <a:lnTo>
                    <a:pt x="68764" y="962693"/>
                  </a:lnTo>
                  <a:lnTo>
                    <a:pt x="42064" y="957267"/>
                  </a:lnTo>
                  <a:lnTo>
                    <a:pt x="20199" y="942493"/>
                  </a:lnTo>
                  <a:lnTo>
                    <a:pt x="5425" y="920628"/>
                  </a:lnTo>
                  <a:lnTo>
                    <a:pt x="0" y="893929"/>
                  </a:lnTo>
                  <a:lnTo>
                    <a:pt x="0" y="68764"/>
                  </a:lnTo>
                  <a:lnTo>
                    <a:pt x="5425" y="42064"/>
                  </a:lnTo>
                  <a:lnTo>
                    <a:pt x="20199" y="20199"/>
                  </a:lnTo>
                  <a:lnTo>
                    <a:pt x="42064" y="5425"/>
                  </a:lnTo>
                  <a:lnTo>
                    <a:pt x="68764" y="0"/>
                  </a:lnTo>
                  <a:lnTo>
                    <a:pt x="391954" y="0"/>
                  </a:lnTo>
                  <a:lnTo>
                    <a:pt x="429774" y="12034"/>
                  </a:lnTo>
                  <a:lnTo>
                    <a:pt x="618874" y="137528"/>
                  </a:lnTo>
                  <a:lnTo>
                    <a:pt x="1203366" y="137528"/>
                  </a:lnTo>
                  <a:lnTo>
                    <a:pt x="1230065" y="142953"/>
                  </a:lnTo>
                  <a:lnTo>
                    <a:pt x="1251930" y="157727"/>
                  </a:lnTo>
                  <a:lnTo>
                    <a:pt x="1266704" y="179591"/>
                  </a:lnTo>
                  <a:lnTo>
                    <a:pt x="1272130" y="206291"/>
                  </a:lnTo>
                  <a:lnTo>
                    <a:pt x="1272130" y="893929"/>
                  </a:lnTo>
                  <a:lnTo>
                    <a:pt x="1266704" y="920628"/>
                  </a:lnTo>
                  <a:lnTo>
                    <a:pt x="1251930" y="942493"/>
                  </a:lnTo>
                  <a:lnTo>
                    <a:pt x="1230065" y="957267"/>
                  </a:lnTo>
                  <a:lnTo>
                    <a:pt x="1203366" y="962693"/>
                  </a:lnTo>
                  <a:close/>
                </a:path>
              </a:pathLst>
            </a:custGeom>
            <a:ln w="635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26"/>
            <p:cNvSpPr/>
            <p:nvPr/>
          </p:nvSpPr>
          <p:spPr>
            <a:xfrm>
              <a:off x="1541729" y="1550460"/>
              <a:ext cx="6858634" cy="2247900"/>
            </a:xfrm>
            <a:custGeom>
              <a:avLst/>
              <a:gdLst/>
              <a:ahLst/>
              <a:cxnLst/>
              <a:rect l="l" t="t" r="r" b="b"/>
              <a:pathLst>
                <a:path w="6858634" h="2247900">
                  <a:moveTo>
                    <a:pt x="1475591" y="2184431"/>
                  </a:moveTo>
                  <a:lnTo>
                    <a:pt x="1059182" y="2184431"/>
                  </a:lnTo>
                  <a:lnTo>
                    <a:pt x="850463" y="2197100"/>
                  </a:lnTo>
                  <a:lnTo>
                    <a:pt x="639566" y="2197100"/>
                  </a:lnTo>
                  <a:lnTo>
                    <a:pt x="426892" y="2209800"/>
                  </a:lnTo>
                  <a:lnTo>
                    <a:pt x="213928" y="2209800"/>
                  </a:lnTo>
                  <a:lnTo>
                    <a:pt x="0" y="2222500"/>
                  </a:lnTo>
                  <a:lnTo>
                    <a:pt x="281" y="2247900"/>
                  </a:lnTo>
                  <a:lnTo>
                    <a:pt x="428133" y="2247900"/>
                  </a:lnTo>
                  <a:lnTo>
                    <a:pt x="641075" y="2235200"/>
                  </a:lnTo>
                  <a:lnTo>
                    <a:pt x="852760" y="2235200"/>
                  </a:lnTo>
                  <a:lnTo>
                    <a:pt x="1062769" y="2222500"/>
                  </a:lnTo>
                  <a:lnTo>
                    <a:pt x="1270685" y="2197100"/>
                  </a:lnTo>
                  <a:lnTo>
                    <a:pt x="1475591" y="2184431"/>
                  </a:lnTo>
                  <a:close/>
                </a:path>
                <a:path w="6858634" h="2247900">
                  <a:moveTo>
                    <a:pt x="1975149" y="2120932"/>
                  </a:moveTo>
                  <a:lnTo>
                    <a:pt x="1674222" y="2120932"/>
                  </a:lnTo>
                  <a:lnTo>
                    <a:pt x="1472002" y="2146331"/>
                  </a:lnTo>
                  <a:lnTo>
                    <a:pt x="1471488" y="2146331"/>
                  </a:lnTo>
                  <a:lnTo>
                    <a:pt x="1267482" y="2159000"/>
                  </a:lnTo>
                  <a:lnTo>
                    <a:pt x="1059699" y="2184431"/>
                  </a:lnTo>
                  <a:lnTo>
                    <a:pt x="1475846" y="2184431"/>
                  </a:lnTo>
                  <a:lnTo>
                    <a:pt x="1975149" y="2120932"/>
                  </a:lnTo>
                  <a:close/>
                </a:path>
                <a:path w="6858634" h="2247900">
                  <a:moveTo>
                    <a:pt x="2169010" y="2095532"/>
                  </a:moveTo>
                  <a:lnTo>
                    <a:pt x="1872842" y="2095532"/>
                  </a:lnTo>
                  <a:lnTo>
                    <a:pt x="1659964" y="2122722"/>
                  </a:lnTo>
                  <a:lnTo>
                    <a:pt x="1674222" y="2120932"/>
                  </a:lnTo>
                  <a:lnTo>
                    <a:pt x="1975149" y="2120932"/>
                  </a:lnTo>
                  <a:lnTo>
                    <a:pt x="2169010" y="2095532"/>
                  </a:lnTo>
                  <a:close/>
                </a:path>
                <a:path w="6858634" h="2247900">
                  <a:moveTo>
                    <a:pt x="2358037" y="2070125"/>
                  </a:moveTo>
                  <a:lnTo>
                    <a:pt x="2067761" y="2070125"/>
                  </a:lnTo>
                  <a:lnTo>
                    <a:pt x="1859281" y="2097266"/>
                  </a:lnTo>
                  <a:lnTo>
                    <a:pt x="1872842" y="2095532"/>
                  </a:lnTo>
                  <a:lnTo>
                    <a:pt x="2169012" y="2095532"/>
                  </a:lnTo>
                  <a:lnTo>
                    <a:pt x="2358037" y="2070125"/>
                  </a:lnTo>
                  <a:close/>
                </a:path>
                <a:path w="6858634" h="2247900">
                  <a:moveTo>
                    <a:pt x="2542330" y="2032018"/>
                  </a:moveTo>
                  <a:lnTo>
                    <a:pt x="2352062" y="2032018"/>
                  </a:lnTo>
                  <a:lnTo>
                    <a:pt x="2056290" y="2071618"/>
                  </a:lnTo>
                  <a:lnTo>
                    <a:pt x="2067761" y="2070125"/>
                  </a:lnTo>
                  <a:lnTo>
                    <a:pt x="2358039" y="2070125"/>
                  </a:lnTo>
                  <a:lnTo>
                    <a:pt x="2450809" y="2057417"/>
                  </a:lnTo>
                  <a:lnTo>
                    <a:pt x="2542330" y="2032018"/>
                  </a:lnTo>
                  <a:close/>
                </a:path>
                <a:path w="6858634" h="2247900">
                  <a:moveTo>
                    <a:pt x="2808680" y="1981220"/>
                  </a:moveTo>
                  <a:lnTo>
                    <a:pt x="2625528" y="1981220"/>
                  </a:lnTo>
                  <a:lnTo>
                    <a:pt x="2535666" y="1993899"/>
                  </a:lnTo>
                  <a:lnTo>
                    <a:pt x="2535809" y="1993899"/>
                  </a:lnTo>
                  <a:lnTo>
                    <a:pt x="2444352" y="2019338"/>
                  </a:lnTo>
                  <a:lnTo>
                    <a:pt x="2341308" y="2033475"/>
                  </a:lnTo>
                  <a:lnTo>
                    <a:pt x="2352062" y="2032018"/>
                  </a:lnTo>
                  <a:lnTo>
                    <a:pt x="2542265" y="2032018"/>
                  </a:lnTo>
                  <a:lnTo>
                    <a:pt x="2721355" y="2006600"/>
                  </a:lnTo>
                  <a:lnTo>
                    <a:pt x="2808680" y="1981220"/>
                  </a:lnTo>
                  <a:close/>
                </a:path>
                <a:path w="6858634" h="2247900">
                  <a:moveTo>
                    <a:pt x="3061898" y="1930423"/>
                  </a:moveTo>
                  <a:lnTo>
                    <a:pt x="2886736" y="1930423"/>
                  </a:lnTo>
                  <a:lnTo>
                    <a:pt x="2801118" y="1943099"/>
                  </a:lnTo>
                  <a:lnTo>
                    <a:pt x="2801271" y="1943099"/>
                  </a:lnTo>
                  <a:lnTo>
                    <a:pt x="2713880" y="1968542"/>
                  </a:lnTo>
                  <a:lnTo>
                    <a:pt x="2615915" y="1982576"/>
                  </a:lnTo>
                  <a:lnTo>
                    <a:pt x="2625528" y="1981220"/>
                  </a:lnTo>
                  <a:lnTo>
                    <a:pt x="2808613" y="1981220"/>
                  </a:lnTo>
                  <a:lnTo>
                    <a:pt x="2979111" y="1955800"/>
                  </a:lnTo>
                  <a:lnTo>
                    <a:pt x="3061898" y="1930423"/>
                  </a:lnTo>
                  <a:close/>
                </a:path>
                <a:path w="6858634" h="2247900">
                  <a:moveTo>
                    <a:pt x="3523110" y="1816159"/>
                  </a:moveTo>
                  <a:lnTo>
                    <a:pt x="3366706" y="1816159"/>
                  </a:lnTo>
                  <a:lnTo>
                    <a:pt x="3290796" y="1841560"/>
                  </a:lnTo>
                  <a:lnTo>
                    <a:pt x="3213485" y="1854200"/>
                  </a:lnTo>
                  <a:lnTo>
                    <a:pt x="3213667" y="1854200"/>
                  </a:lnTo>
                  <a:lnTo>
                    <a:pt x="3134094" y="1879653"/>
                  </a:lnTo>
                  <a:lnTo>
                    <a:pt x="3053360" y="1892300"/>
                  </a:lnTo>
                  <a:lnTo>
                    <a:pt x="3053529" y="1892300"/>
                  </a:lnTo>
                  <a:lnTo>
                    <a:pt x="2970675" y="1917748"/>
                  </a:lnTo>
                  <a:lnTo>
                    <a:pt x="2877834" y="1931741"/>
                  </a:lnTo>
                  <a:lnTo>
                    <a:pt x="2886736" y="1930423"/>
                  </a:lnTo>
                  <a:lnTo>
                    <a:pt x="3061825" y="1930423"/>
                  </a:lnTo>
                  <a:lnTo>
                    <a:pt x="3142911" y="1917748"/>
                  </a:lnTo>
                  <a:lnTo>
                    <a:pt x="3143070" y="1917748"/>
                  </a:lnTo>
                  <a:lnTo>
                    <a:pt x="3300670" y="1866900"/>
                  </a:lnTo>
                  <a:lnTo>
                    <a:pt x="3376767" y="1854200"/>
                  </a:lnTo>
                  <a:lnTo>
                    <a:pt x="3451043" y="1828800"/>
                  </a:lnTo>
                  <a:lnTo>
                    <a:pt x="3523110" y="1816159"/>
                  </a:lnTo>
                  <a:close/>
                </a:path>
                <a:path w="6858634" h="2247900">
                  <a:moveTo>
                    <a:pt x="3695490" y="1752671"/>
                  </a:moveTo>
                  <a:lnTo>
                    <a:pt x="3582600" y="1752671"/>
                  </a:lnTo>
                  <a:lnTo>
                    <a:pt x="3512334" y="1778073"/>
                  </a:lnTo>
                  <a:lnTo>
                    <a:pt x="3440556" y="1790700"/>
                  </a:lnTo>
                  <a:lnTo>
                    <a:pt x="3440762" y="1790700"/>
                  </a:lnTo>
                  <a:lnTo>
                    <a:pt x="3359169" y="1818681"/>
                  </a:lnTo>
                  <a:lnTo>
                    <a:pt x="3366706" y="1816159"/>
                  </a:lnTo>
                  <a:lnTo>
                    <a:pt x="3523284" y="1816159"/>
                  </a:lnTo>
                  <a:lnTo>
                    <a:pt x="3593929" y="1790700"/>
                  </a:lnTo>
                  <a:lnTo>
                    <a:pt x="3662437" y="1765300"/>
                  </a:lnTo>
                  <a:lnTo>
                    <a:pt x="3695490" y="1752671"/>
                  </a:lnTo>
                  <a:close/>
                </a:path>
                <a:path w="6858634" h="2247900">
                  <a:moveTo>
                    <a:pt x="3885443" y="1689190"/>
                  </a:moveTo>
                  <a:lnTo>
                    <a:pt x="3780523" y="1689190"/>
                  </a:lnTo>
                  <a:lnTo>
                    <a:pt x="3716368" y="1714593"/>
                  </a:lnTo>
                  <a:lnTo>
                    <a:pt x="3650613" y="1727200"/>
                  </a:lnTo>
                  <a:lnTo>
                    <a:pt x="3650851" y="1727200"/>
                  </a:lnTo>
                  <a:lnTo>
                    <a:pt x="3575318" y="1755304"/>
                  </a:lnTo>
                  <a:lnTo>
                    <a:pt x="3582600" y="1752671"/>
                  </a:lnTo>
                  <a:lnTo>
                    <a:pt x="3695490" y="1752671"/>
                  </a:lnTo>
                  <a:lnTo>
                    <a:pt x="3728920" y="1739900"/>
                  </a:lnTo>
                  <a:lnTo>
                    <a:pt x="3793326" y="1727200"/>
                  </a:lnTo>
                  <a:lnTo>
                    <a:pt x="3855605" y="1701800"/>
                  </a:lnTo>
                  <a:lnTo>
                    <a:pt x="3885443" y="1689190"/>
                  </a:lnTo>
                  <a:close/>
                </a:path>
                <a:path w="6858634" h="2247900">
                  <a:moveTo>
                    <a:pt x="3944421" y="1663798"/>
                  </a:moveTo>
                  <a:lnTo>
                    <a:pt x="3842253" y="1663798"/>
                  </a:lnTo>
                  <a:lnTo>
                    <a:pt x="3773780" y="1691860"/>
                  </a:lnTo>
                  <a:lnTo>
                    <a:pt x="3780523" y="1689190"/>
                  </a:lnTo>
                  <a:lnTo>
                    <a:pt x="3885443" y="1689190"/>
                  </a:lnTo>
                  <a:lnTo>
                    <a:pt x="3915708" y="1676400"/>
                  </a:lnTo>
                  <a:lnTo>
                    <a:pt x="3944421" y="1663798"/>
                  </a:lnTo>
                  <a:close/>
                </a:path>
                <a:path w="6858634" h="2247900">
                  <a:moveTo>
                    <a:pt x="4055804" y="1625606"/>
                  </a:moveTo>
                  <a:lnTo>
                    <a:pt x="3959212" y="1625606"/>
                  </a:lnTo>
                  <a:lnTo>
                    <a:pt x="3901726" y="1638300"/>
                  </a:lnTo>
                  <a:lnTo>
                    <a:pt x="3901864" y="1638300"/>
                  </a:lnTo>
                  <a:lnTo>
                    <a:pt x="3835105" y="1666726"/>
                  </a:lnTo>
                  <a:lnTo>
                    <a:pt x="3842253" y="1663798"/>
                  </a:lnTo>
                  <a:lnTo>
                    <a:pt x="3944421" y="1663798"/>
                  </a:lnTo>
                  <a:lnTo>
                    <a:pt x="3973583" y="1651000"/>
                  </a:lnTo>
                  <a:lnTo>
                    <a:pt x="4029181" y="1638300"/>
                  </a:lnTo>
                  <a:lnTo>
                    <a:pt x="4055804" y="1625606"/>
                  </a:lnTo>
                  <a:close/>
                </a:path>
                <a:path w="6858634" h="2247900">
                  <a:moveTo>
                    <a:pt x="3958961" y="1625606"/>
                  </a:moveTo>
                  <a:lnTo>
                    <a:pt x="3958694" y="1625606"/>
                  </a:lnTo>
                  <a:lnTo>
                    <a:pt x="3958680" y="1625735"/>
                  </a:lnTo>
                  <a:lnTo>
                    <a:pt x="3958961" y="1625606"/>
                  </a:lnTo>
                  <a:close/>
                </a:path>
                <a:path w="6858634" h="2247900">
                  <a:moveTo>
                    <a:pt x="4533230" y="1206500"/>
                  </a:moveTo>
                  <a:lnTo>
                    <a:pt x="4521850" y="1231900"/>
                  </a:lnTo>
                  <a:lnTo>
                    <a:pt x="4522696" y="1231900"/>
                  </a:lnTo>
                  <a:lnTo>
                    <a:pt x="4508181" y="1257300"/>
                  </a:lnTo>
                  <a:lnTo>
                    <a:pt x="4509070" y="1257300"/>
                  </a:lnTo>
                  <a:lnTo>
                    <a:pt x="4491473" y="1282700"/>
                  </a:lnTo>
                  <a:lnTo>
                    <a:pt x="4492360" y="1282700"/>
                  </a:lnTo>
                  <a:lnTo>
                    <a:pt x="4471732" y="1308100"/>
                  </a:lnTo>
                  <a:lnTo>
                    <a:pt x="4472589" y="1308100"/>
                  </a:lnTo>
                  <a:lnTo>
                    <a:pt x="4448982" y="1333500"/>
                  </a:lnTo>
                  <a:lnTo>
                    <a:pt x="4449792" y="1333500"/>
                  </a:lnTo>
                  <a:lnTo>
                    <a:pt x="4423260" y="1358900"/>
                  </a:lnTo>
                  <a:lnTo>
                    <a:pt x="4424015" y="1358900"/>
                  </a:lnTo>
                  <a:lnTo>
                    <a:pt x="4394610" y="1384300"/>
                  </a:lnTo>
                  <a:lnTo>
                    <a:pt x="4395308" y="1384300"/>
                  </a:lnTo>
                  <a:lnTo>
                    <a:pt x="4363082" y="1409700"/>
                  </a:lnTo>
                  <a:lnTo>
                    <a:pt x="4363726" y="1409700"/>
                  </a:lnTo>
                  <a:lnTo>
                    <a:pt x="4328730" y="1435100"/>
                  </a:lnTo>
                  <a:lnTo>
                    <a:pt x="4329322" y="1435100"/>
                  </a:lnTo>
                  <a:lnTo>
                    <a:pt x="4291609" y="1460500"/>
                  </a:lnTo>
                  <a:lnTo>
                    <a:pt x="4292152" y="1460500"/>
                  </a:lnTo>
                  <a:lnTo>
                    <a:pt x="4251775" y="1473200"/>
                  </a:lnTo>
                  <a:lnTo>
                    <a:pt x="4252276" y="1473200"/>
                  </a:lnTo>
                  <a:lnTo>
                    <a:pt x="4209286" y="1498600"/>
                  </a:lnTo>
                  <a:lnTo>
                    <a:pt x="4209749" y="1498600"/>
                  </a:lnTo>
                  <a:lnTo>
                    <a:pt x="4164199" y="1524000"/>
                  </a:lnTo>
                  <a:lnTo>
                    <a:pt x="4164625" y="1524000"/>
                  </a:lnTo>
                  <a:lnTo>
                    <a:pt x="4116567" y="1549400"/>
                  </a:lnTo>
                  <a:lnTo>
                    <a:pt x="4116962" y="1549400"/>
                  </a:lnTo>
                  <a:lnTo>
                    <a:pt x="4066449" y="1574800"/>
                  </a:lnTo>
                  <a:lnTo>
                    <a:pt x="4066816" y="1574800"/>
                  </a:lnTo>
                  <a:lnTo>
                    <a:pt x="4013899" y="1600200"/>
                  </a:lnTo>
                  <a:lnTo>
                    <a:pt x="4014241" y="1600200"/>
                  </a:lnTo>
                  <a:lnTo>
                    <a:pt x="3958680" y="1625735"/>
                  </a:lnTo>
                  <a:lnTo>
                    <a:pt x="3959212" y="1625606"/>
                  </a:lnTo>
                  <a:lnTo>
                    <a:pt x="4055804" y="1625606"/>
                  </a:lnTo>
                  <a:lnTo>
                    <a:pt x="4082451" y="1612900"/>
                  </a:lnTo>
                  <a:lnTo>
                    <a:pt x="4133345" y="1587500"/>
                  </a:lnTo>
                  <a:lnTo>
                    <a:pt x="4181814" y="1562100"/>
                  </a:lnTo>
                  <a:lnTo>
                    <a:pt x="4227808" y="1536700"/>
                  </a:lnTo>
                  <a:lnTo>
                    <a:pt x="4271279" y="1511300"/>
                  </a:lnTo>
                  <a:lnTo>
                    <a:pt x="4312179" y="1485900"/>
                  </a:lnTo>
                  <a:lnTo>
                    <a:pt x="4350461" y="1460500"/>
                  </a:lnTo>
                  <a:lnTo>
                    <a:pt x="4386075" y="1435100"/>
                  </a:lnTo>
                  <a:lnTo>
                    <a:pt x="4418976" y="1409700"/>
                  </a:lnTo>
                  <a:lnTo>
                    <a:pt x="4449110" y="1384300"/>
                  </a:lnTo>
                  <a:lnTo>
                    <a:pt x="4500873" y="1333500"/>
                  </a:lnTo>
                  <a:lnTo>
                    <a:pt x="4540876" y="1282700"/>
                  </a:lnTo>
                  <a:lnTo>
                    <a:pt x="4568456" y="1231900"/>
                  </a:lnTo>
                  <a:lnTo>
                    <a:pt x="4571408" y="1219200"/>
                  </a:lnTo>
                  <a:lnTo>
                    <a:pt x="4532489" y="1219200"/>
                  </a:lnTo>
                  <a:lnTo>
                    <a:pt x="4533230" y="1206500"/>
                  </a:lnTo>
                  <a:close/>
                </a:path>
                <a:path w="6858634" h="2247900">
                  <a:moveTo>
                    <a:pt x="6495378" y="81407"/>
                  </a:moveTo>
                  <a:lnTo>
                    <a:pt x="6432220" y="88960"/>
                  </a:lnTo>
                  <a:lnTo>
                    <a:pt x="6217528" y="88960"/>
                  </a:lnTo>
                  <a:lnTo>
                    <a:pt x="6114483" y="101600"/>
                  </a:lnTo>
                  <a:lnTo>
                    <a:pt x="5912032" y="152400"/>
                  </a:lnTo>
                  <a:lnTo>
                    <a:pt x="5623041" y="228600"/>
                  </a:lnTo>
                  <a:lnTo>
                    <a:pt x="5531457" y="266700"/>
                  </a:lnTo>
                  <a:lnTo>
                    <a:pt x="5442590" y="304800"/>
                  </a:lnTo>
                  <a:lnTo>
                    <a:pt x="5356649" y="330200"/>
                  </a:lnTo>
                  <a:lnTo>
                    <a:pt x="5273840" y="368300"/>
                  </a:lnTo>
                  <a:lnTo>
                    <a:pt x="5194368" y="419100"/>
                  </a:lnTo>
                  <a:lnTo>
                    <a:pt x="5118441" y="457200"/>
                  </a:lnTo>
                  <a:lnTo>
                    <a:pt x="5046266" y="495300"/>
                  </a:lnTo>
                  <a:lnTo>
                    <a:pt x="4978046" y="546100"/>
                  </a:lnTo>
                  <a:lnTo>
                    <a:pt x="4914084" y="584200"/>
                  </a:lnTo>
                  <a:lnTo>
                    <a:pt x="4883598" y="609600"/>
                  </a:lnTo>
                  <a:lnTo>
                    <a:pt x="4854314" y="635000"/>
                  </a:lnTo>
                  <a:lnTo>
                    <a:pt x="4826176" y="660400"/>
                  </a:lnTo>
                  <a:lnTo>
                    <a:pt x="4799208" y="673100"/>
                  </a:lnTo>
                  <a:lnTo>
                    <a:pt x="4748890" y="723900"/>
                  </a:lnTo>
                  <a:lnTo>
                    <a:pt x="4703575" y="774700"/>
                  </a:lnTo>
                  <a:lnTo>
                    <a:pt x="4663484" y="825500"/>
                  </a:lnTo>
                  <a:lnTo>
                    <a:pt x="4628845" y="876300"/>
                  </a:lnTo>
                  <a:lnTo>
                    <a:pt x="4599898" y="927100"/>
                  </a:lnTo>
                  <a:lnTo>
                    <a:pt x="4576903" y="977900"/>
                  </a:lnTo>
                  <a:lnTo>
                    <a:pt x="4560130" y="1041400"/>
                  </a:lnTo>
                  <a:lnTo>
                    <a:pt x="4554166" y="1066800"/>
                  </a:lnTo>
                  <a:lnTo>
                    <a:pt x="4549863" y="1092200"/>
                  </a:lnTo>
                  <a:lnTo>
                    <a:pt x="4547259" y="1117600"/>
                  </a:lnTo>
                  <a:lnTo>
                    <a:pt x="4546433" y="1143000"/>
                  </a:lnTo>
                  <a:lnTo>
                    <a:pt x="4544769" y="1168400"/>
                  </a:lnTo>
                  <a:lnTo>
                    <a:pt x="4545077" y="1168400"/>
                  </a:lnTo>
                  <a:lnTo>
                    <a:pt x="4540121" y="1193800"/>
                  </a:lnTo>
                  <a:lnTo>
                    <a:pt x="4540683" y="1193800"/>
                  </a:lnTo>
                  <a:lnTo>
                    <a:pt x="4532489" y="1219200"/>
                  </a:lnTo>
                  <a:lnTo>
                    <a:pt x="4571408" y="1219200"/>
                  </a:lnTo>
                  <a:lnTo>
                    <a:pt x="4577312" y="1193800"/>
                  </a:lnTo>
                  <a:lnTo>
                    <a:pt x="4582712" y="1168400"/>
                  </a:lnTo>
                  <a:lnTo>
                    <a:pt x="4584472" y="1143000"/>
                  </a:lnTo>
                  <a:lnTo>
                    <a:pt x="4585239" y="1117600"/>
                  </a:lnTo>
                  <a:lnTo>
                    <a:pt x="4587727" y="1092200"/>
                  </a:lnTo>
                  <a:lnTo>
                    <a:pt x="4587575" y="1092200"/>
                  </a:lnTo>
                  <a:lnTo>
                    <a:pt x="4591691" y="1066800"/>
                  </a:lnTo>
                  <a:lnTo>
                    <a:pt x="4591472" y="1066800"/>
                  </a:lnTo>
                  <a:lnTo>
                    <a:pt x="4597189" y="1041400"/>
                  </a:lnTo>
                  <a:lnTo>
                    <a:pt x="4596914" y="1041400"/>
                  </a:lnTo>
                  <a:lnTo>
                    <a:pt x="4604205" y="1016000"/>
                  </a:lnTo>
                  <a:lnTo>
                    <a:pt x="4603884" y="1016000"/>
                  </a:lnTo>
                  <a:lnTo>
                    <a:pt x="4612723" y="990600"/>
                  </a:lnTo>
                  <a:lnTo>
                    <a:pt x="4612364" y="990600"/>
                  </a:lnTo>
                  <a:lnTo>
                    <a:pt x="4622725" y="965200"/>
                  </a:lnTo>
                  <a:lnTo>
                    <a:pt x="4628265" y="965200"/>
                  </a:lnTo>
                  <a:lnTo>
                    <a:pt x="4634194" y="952500"/>
                  </a:lnTo>
                  <a:lnTo>
                    <a:pt x="4633784" y="952500"/>
                  </a:lnTo>
                  <a:lnTo>
                    <a:pt x="4647110" y="927100"/>
                  </a:lnTo>
                  <a:lnTo>
                    <a:pt x="4646686" y="927100"/>
                  </a:lnTo>
                  <a:lnTo>
                    <a:pt x="4661456" y="901700"/>
                  </a:lnTo>
                  <a:lnTo>
                    <a:pt x="4661023" y="901700"/>
                  </a:lnTo>
                  <a:lnTo>
                    <a:pt x="4677210" y="876300"/>
                  </a:lnTo>
                  <a:lnTo>
                    <a:pt x="4676773" y="876300"/>
                  </a:lnTo>
                  <a:lnTo>
                    <a:pt x="4694350" y="850900"/>
                  </a:lnTo>
                  <a:lnTo>
                    <a:pt x="4693913" y="850900"/>
                  </a:lnTo>
                  <a:lnTo>
                    <a:pt x="4712856" y="825500"/>
                  </a:lnTo>
                  <a:lnTo>
                    <a:pt x="4712422" y="825500"/>
                  </a:lnTo>
                  <a:lnTo>
                    <a:pt x="4732704" y="800100"/>
                  </a:lnTo>
                  <a:lnTo>
                    <a:pt x="4732275" y="800100"/>
                  </a:lnTo>
                  <a:lnTo>
                    <a:pt x="4753869" y="774700"/>
                  </a:lnTo>
                  <a:lnTo>
                    <a:pt x="4753448" y="774700"/>
                  </a:lnTo>
                  <a:lnTo>
                    <a:pt x="4776327" y="749300"/>
                  </a:lnTo>
                  <a:lnTo>
                    <a:pt x="4775915" y="749300"/>
                  </a:lnTo>
                  <a:lnTo>
                    <a:pt x="4800053" y="736600"/>
                  </a:lnTo>
                  <a:lnTo>
                    <a:pt x="4799651" y="736600"/>
                  </a:lnTo>
                  <a:lnTo>
                    <a:pt x="4825023" y="711200"/>
                  </a:lnTo>
                  <a:lnTo>
                    <a:pt x="4824629" y="711200"/>
                  </a:lnTo>
                  <a:lnTo>
                    <a:pt x="4851209" y="685800"/>
                  </a:lnTo>
                  <a:lnTo>
                    <a:pt x="4850825" y="685800"/>
                  </a:lnTo>
                  <a:lnTo>
                    <a:pt x="4878586" y="660400"/>
                  </a:lnTo>
                  <a:lnTo>
                    <a:pt x="4878213" y="660400"/>
                  </a:lnTo>
                  <a:lnTo>
                    <a:pt x="4907128" y="635000"/>
                  </a:lnTo>
                  <a:lnTo>
                    <a:pt x="4906765" y="635000"/>
                  </a:lnTo>
                  <a:lnTo>
                    <a:pt x="4936810" y="622300"/>
                  </a:lnTo>
                  <a:lnTo>
                    <a:pt x="4936284" y="622300"/>
                  </a:lnTo>
                  <a:lnTo>
                    <a:pt x="4999650" y="571500"/>
                  </a:lnTo>
                  <a:lnTo>
                    <a:pt x="4998981" y="571500"/>
                  </a:lnTo>
                  <a:lnTo>
                    <a:pt x="5066548" y="533400"/>
                  </a:lnTo>
                  <a:lnTo>
                    <a:pt x="5065913" y="533400"/>
                  </a:lnTo>
                  <a:lnTo>
                    <a:pt x="5137467" y="482600"/>
                  </a:lnTo>
                  <a:lnTo>
                    <a:pt x="5136861" y="482600"/>
                  </a:lnTo>
                  <a:lnTo>
                    <a:pt x="5212195" y="444500"/>
                  </a:lnTo>
                  <a:lnTo>
                    <a:pt x="5211616" y="444500"/>
                  </a:lnTo>
                  <a:lnTo>
                    <a:pt x="5290519" y="406400"/>
                  </a:lnTo>
                  <a:lnTo>
                    <a:pt x="5289962" y="406400"/>
                  </a:lnTo>
                  <a:lnTo>
                    <a:pt x="5372224" y="368300"/>
                  </a:lnTo>
                  <a:lnTo>
                    <a:pt x="5371685" y="368300"/>
                  </a:lnTo>
                  <a:lnTo>
                    <a:pt x="5457097" y="330200"/>
                  </a:lnTo>
                  <a:lnTo>
                    <a:pt x="5456574" y="330200"/>
                  </a:lnTo>
                  <a:lnTo>
                    <a:pt x="5544925" y="304800"/>
                  </a:lnTo>
                  <a:lnTo>
                    <a:pt x="5544416" y="304800"/>
                  </a:lnTo>
                  <a:lnTo>
                    <a:pt x="5635494" y="266700"/>
                  </a:lnTo>
                  <a:lnTo>
                    <a:pt x="5634993" y="266700"/>
                  </a:lnTo>
                  <a:lnTo>
                    <a:pt x="5728133" y="241424"/>
                  </a:lnTo>
                  <a:lnTo>
                    <a:pt x="5727629" y="241424"/>
                  </a:lnTo>
                  <a:lnTo>
                    <a:pt x="5823474" y="216021"/>
                  </a:lnTo>
                  <a:lnTo>
                    <a:pt x="5823049" y="216021"/>
                  </a:lnTo>
                  <a:lnTo>
                    <a:pt x="5920988" y="190618"/>
                  </a:lnTo>
                  <a:lnTo>
                    <a:pt x="5920571" y="190618"/>
                  </a:lnTo>
                  <a:lnTo>
                    <a:pt x="6020391" y="165216"/>
                  </a:lnTo>
                  <a:lnTo>
                    <a:pt x="6019980" y="165216"/>
                  </a:lnTo>
                  <a:lnTo>
                    <a:pt x="6122020" y="139700"/>
                  </a:lnTo>
                  <a:lnTo>
                    <a:pt x="6121532" y="139700"/>
                  </a:lnTo>
                  <a:lnTo>
                    <a:pt x="6223572" y="127123"/>
                  </a:lnTo>
                  <a:lnTo>
                    <a:pt x="6223828" y="127123"/>
                  </a:lnTo>
                  <a:lnTo>
                    <a:pt x="6328387" y="101600"/>
                  </a:lnTo>
                  <a:lnTo>
                    <a:pt x="6327885" y="101600"/>
                  </a:lnTo>
                  <a:lnTo>
                    <a:pt x="6495378" y="81407"/>
                  </a:lnTo>
                  <a:close/>
                </a:path>
                <a:path w="6858634" h="2247900">
                  <a:moveTo>
                    <a:pt x="4628265" y="965200"/>
                  </a:moveTo>
                  <a:lnTo>
                    <a:pt x="4622725" y="965200"/>
                  </a:lnTo>
                  <a:lnTo>
                    <a:pt x="4622336" y="977900"/>
                  </a:lnTo>
                  <a:lnTo>
                    <a:pt x="4628265" y="965200"/>
                  </a:lnTo>
                  <a:close/>
                </a:path>
                <a:path w="6858634" h="2247900">
                  <a:moveTo>
                    <a:pt x="5636418" y="266313"/>
                  </a:moveTo>
                  <a:lnTo>
                    <a:pt x="5634993" y="266700"/>
                  </a:lnTo>
                  <a:lnTo>
                    <a:pt x="5635494" y="266700"/>
                  </a:lnTo>
                  <a:lnTo>
                    <a:pt x="5636418" y="266313"/>
                  </a:lnTo>
                  <a:close/>
                </a:path>
                <a:path w="6858634" h="2247900">
                  <a:moveTo>
                    <a:pt x="5748568" y="235879"/>
                  </a:moveTo>
                  <a:lnTo>
                    <a:pt x="5727629" y="241424"/>
                  </a:lnTo>
                  <a:lnTo>
                    <a:pt x="5728133" y="241424"/>
                  </a:lnTo>
                  <a:lnTo>
                    <a:pt x="5748568" y="235879"/>
                  </a:lnTo>
                  <a:close/>
                </a:path>
                <a:path w="6858634" h="2247900">
                  <a:moveTo>
                    <a:pt x="5841989" y="211112"/>
                  </a:moveTo>
                  <a:lnTo>
                    <a:pt x="5823049" y="216021"/>
                  </a:lnTo>
                  <a:lnTo>
                    <a:pt x="5823474" y="216021"/>
                  </a:lnTo>
                  <a:lnTo>
                    <a:pt x="5841989" y="211112"/>
                  </a:lnTo>
                  <a:close/>
                </a:path>
                <a:path w="6858634" h="2247900">
                  <a:moveTo>
                    <a:pt x="5941441" y="185311"/>
                  </a:moveTo>
                  <a:lnTo>
                    <a:pt x="5920571" y="190618"/>
                  </a:lnTo>
                  <a:lnTo>
                    <a:pt x="5920988" y="190618"/>
                  </a:lnTo>
                  <a:lnTo>
                    <a:pt x="5941441" y="185311"/>
                  </a:lnTo>
                  <a:close/>
                </a:path>
                <a:path w="6858634" h="2247900">
                  <a:moveTo>
                    <a:pt x="6043241" y="159399"/>
                  </a:moveTo>
                  <a:lnTo>
                    <a:pt x="6019980" y="165216"/>
                  </a:lnTo>
                  <a:lnTo>
                    <a:pt x="6020391" y="165216"/>
                  </a:lnTo>
                  <a:lnTo>
                    <a:pt x="6043241" y="159399"/>
                  </a:lnTo>
                  <a:close/>
                </a:path>
                <a:path w="6858634" h="2247900">
                  <a:moveTo>
                    <a:pt x="6800944" y="25400"/>
                  </a:moveTo>
                  <a:lnTo>
                    <a:pt x="6762572" y="25400"/>
                  </a:lnTo>
                  <a:lnTo>
                    <a:pt x="6764069" y="63500"/>
                  </a:lnTo>
                  <a:lnTo>
                    <a:pt x="6744412" y="65589"/>
                  </a:lnTo>
                  <a:lnTo>
                    <a:pt x="6745215" y="114300"/>
                  </a:lnTo>
                  <a:lnTo>
                    <a:pt x="6858557" y="50800"/>
                  </a:lnTo>
                  <a:lnTo>
                    <a:pt x="6800944" y="25400"/>
                  </a:lnTo>
                  <a:close/>
                </a:path>
                <a:path w="6858634" h="2247900">
                  <a:moveTo>
                    <a:pt x="6743783" y="27392"/>
                  </a:moveTo>
                  <a:lnTo>
                    <a:pt x="6642799" y="38100"/>
                  </a:lnTo>
                  <a:lnTo>
                    <a:pt x="6535403" y="38100"/>
                  </a:lnTo>
                  <a:lnTo>
                    <a:pt x="6322828" y="63500"/>
                  </a:lnTo>
                  <a:lnTo>
                    <a:pt x="6217773" y="88960"/>
                  </a:lnTo>
                  <a:lnTo>
                    <a:pt x="6432220" y="88960"/>
                  </a:lnTo>
                  <a:lnTo>
                    <a:pt x="6538923" y="76200"/>
                  </a:lnTo>
                  <a:lnTo>
                    <a:pt x="6644606" y="76200"/>
                  </a:lnTo>
                  <a:lnTo>
                    <a:pt x="6744412" y="65589"/>
                  </a:lnTo>
                  <a:lnTo>
                    <a:pt x="6743783" y="27392"/>
                  </a:lnTo>
                  <a:close/>
                </a:path>
                <a:path w="6858634" h="2247900">
                  <a:moveTo>
                    <a:pt x="6762572" y="25400"/>
                  </a:moveTo>
                  <a:lnTo>
                    <a:pt x="6743783" y="27392"/>
                  </a:lnTo>
                  <a:lnTo>
                    <a:pt x="6744378" y="63500"/>
                  </a:lnTo>
                  <a:lnTo>
                    <a:pt x="6744412" y="65589"/>
                  </a:lnTo>
                  <a:lnTo>
                    <a:pt x="6764069" y="63500"/>
                  </a:lnTo>
                  <a:lnTo>
                    <a:pt x="6762650" y="27392"/>
                  </a:lnTo>
                  <a:lnTo>
                    <a:pt x="6762572" y="25400"/>
                  </a:lnTo>
                  <a:close/>
                </a:path>
                <a:path w="6858634" h="2247900">
                  <a:moveTo>
                    <a:pt x="6743331" y="0"/>
                  </a:moveTo>
                  <a:lnTo>
                    <a:pt x="6743750" y="25400"/>
                  </a:lnTo>
                  <a:lnTo>
                    <a:pt x="6743783" y="27392"/>
                  </a:lnTo>
                  <a:lnTo>
                    <a:pt x="6762572" y="25400"/>
                  </a:lnTo>
                  <a:lnTo>
                    <a:pt x="6800944" y="25400"/>
                  </a:lnTo>
                  <a:lnTo>
                    <a:pt x="6743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29"/>
          <p:cNvSpPr txBox="1"/>
          <p:nvPr/>
        </p:nvSpPr>
        <p:spPr>
          <a:xfrm>
            <a:off x="2268753" y="2216149"/>
            <a:ext cx="1158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/system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6" name="object 30"/>
          <p:cNvSpPr txBox="1"/>
          <p:nvPr/>
        </p:nvSpPr>
        <p:spPr>
          <a:xfrm>
            <a:off x="2590822" y="1830324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Read-</a:t>
            </a:r>
            <a:r>
              <a:rPr sz="1800" spc="-20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4" name="object 31"/>
          <p:cNvGrpSpPr/>
          <p:nvPr/>
        </p:nvGrpSpPr>
        <p:grpSpPr>
          <a:xfrm>
            <a:off x="10082017" y="1869853"/>
            <a:ext cx="1336040" cy="1026794"/>
            <a:chOff x="9701017" y="1218978"/>
            <a:chExt cx="1336040" cy="1026794"/>
          </a:xfrm>
        </p:grpSpPr>
        <p:sp>
          <p:nvSpPr>
            <p:cNvPr id="135" name="object 32"/>
            <p:cNvSpPr/>
            <p:nvPr/>
          </p:nvSpPr>
          <p:spPr>
            <a:xfrm>
              <a:off x="9732767" y="1250728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4">
                  <a:moveTo>
                    <a:pt x="391953" y="0"/>
                  </a:moveTo>
                  <a:lnTo>
                    <a:pt x="68762" y="0"/>
                  </a:lnTo>
                  <a:lnTo>
                    <a:pt x="42063" y="5425"/>
                  </a:lnTo>
                  <a:lnTo>
                    <a:pt x="20199" y="20199"/>
                  </a:lnTo>
                  <a:lnTo>
                    <a:pt x="5425" y="42064"/>
                  </a:lnTo>
                  <a:lnTo>
                    <a:pt x="0" y="68764"/>
                  </a:lnTo>
                  <a:lnTo>
                    <a:pt x="0" y="893928"/>
                  </a:lnTo>
                  <a:lnTo>
                    <a:pt x="5425" y="920628"/>
                  </a:lnTo>
                  <a:lnTo>
                    <a:pt x="20199" y="942493"/>
                  </a:lnTo>
                  <a:lnTo>
                    <a:pt x="42063" y="957267"/>
                  </a:lnTo>
                  <a:lnTo>
                    <a:pt x="68762" y="962693"/>
                  </a:lnTo>
                  <a:lnTo>
                    <a:pt x="1203365" y="962693"/>
                  </a:lnTo>
                  <a:lnTo>
                    <a:pt x="1230065" y="957267"/>
                  </a:lnTo>
                  <a:lnTo>
                    <a:pt x="1251929" y="942493"/>
                  </a:lnTo>
                  <a:lnTo>
                    <a:pt x="1266703" y="920628"/>
                  </a:lnTo>
                  <a:lnTo>
                    <a:pt x="1272129" y="893928"/>
                  </a:lnTo>
                  <a:lnTo>
                    <a:pt x="1272129" y="206291"/>
                  </a:lnTo>
                  <a:lnTo>
                    <a:pt x="1251929" y="157727"/>
                  </a:lnTo>
                  <a:lnTo>
                    <a:pt x="1203365" y="137528"/>
                  </a:lnTo>
                  <a:lnTo>
                    <a:pt x="618873" y="137528"/>
                  </a:lnTo>
                  <a:lnTo>
                    <a:pt x="421446" y="6527"/>
                  </a:lnTo>
                  <a:lnTo>
                    <a:pt x="412152" y="2793"/>
                  </a:lnTo>
                  <a:lnTo>
                    <a:pt x="402213" y="671"/>
                  </a:lnTo>
                  <a:lnTo>
                    <a:pt x="391953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33"/>
            <p:cNvSpPr/>
            <p:nvPr/>
          </p:nvSpPr>
          <p:spPr>
            <a:xfrm>
              <a:off x="9732767" y="1250728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4">
                  <a:moveTo>
                    <a:pt x="1203366" y="962693"/>
                  </a:moveTo>
                  <a:lnTo>
                    <a:pt x="68764" y="962693"/>
                  </a:lnTo>
                  <a:lnTo>
                    <a:pt x="42064" y="957267"/>
                  </a:lnTo>
                  <a:lnTo>
                    <a:pt x="20199" y="942493"/>
                  </a:lnTo>
                  <a:lnTo>
                    <a:pt x="5425" y="920628"/>
                  </a:lnTo>
                  <a:lnTo>
                    <a:pt x="0" y="893929"/>
                  </a:lnTo>
                  <a:lnTo>
                    <a:pt x="0" y="68764"/>
                  </a:lnTo>
                  <a:lnTo>
                    <a:pt x="5425" y="42064"/>
                  </a:lnTo>
                  <a:lnTo>
                    <a:pt x="20199" y="20199"/>
                  </a:lnTo>
                  <a:lnTo>
                    <a:pt x="42064" y="5425"/>
                  </a:lnTo>
                  <a:lnTo>
                    <a:pt x="68764" y="0"/>
                  </a:lnTo>
                  <a:lnTo>
                    <a:pt x="391954" y="0"/>
                  </a:lnTo>
                  <a:lnTo>
                    <a:pt x="429774" y="12034"/>
                  </a:lnTo>
                  <a:lnTo>
                    <a:pt x="618874" y="137528"/>
                  </a:lnTo>
                  <a:lnTo>
                    <a:pt x="1203366" y="137528"/>
                  </a:lnTo>
                  <a:lnTo>
                    <a:pt x="1230065" y="142953"/>
                  </a:lnTo>
                  <a:lnTo>
                    <a:pt x="1251930" y="157727"/>
                  </a:lnTo>
                  <a:lnTo>
                    <a:pt x="1266704" y="179591"/>
                  </a:lnTo>
                  <a:lnTo>
                    <a:pt x="1272130" y="206291"/>
                  </a:lnTo>
                  <a:lnTo>
                    <a:pt x="1272130" y="893929"/>
                  </a:lnTo>
                  <a:lnTo>
                    <a:pt x="1266704" y="920628"/>
                  </a:lnTo>
                  <a:lnTo>
                    <a:pt x="1251930" y="942493"/>
                  </a:lnTo>
                  <a:lnTo>
                    <a:pt x="1230065" y="957267"/>
                  </a:lnTo>
                  <a:lnTo>
                    <a:pt x="1203366" y="962693"/>
                  </a:lnTo>
                  <a:close/>
                </a:path>
              </a:pathLst>
            </a:custGeom>
            <a:ln w="635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34"/>
          <p:cNvSpPr txBox="1"/>
          <p:nvPr/>
        </p:nvSpPr>
        <p:spPr>
          <a:xfrm>
            <a:off x="10335673" y="1651236"/>
            <a:ext cx="1304925" cy="10788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185"/>
              </a:spcBef>
            </a:pPr>
            <a:r>
              <a:rPr sz="1800" spc="-25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Read-</a:t>
            </a:r>
            <a:r>
              <a:rPr sz="1800" spc="-20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spc="-2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/oem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8" name="object 35"/>
          <p:cNvGrpSpPr/>
          <p:nvPr/>
        </p:nvGrpSpPr>
        <p:grpSpPr>
          <a:xfrm>
            <a:off x="10081725" y="2995291"/>
            <a:ext cx="1336040" cy="1026794"/>
            <a:chOff x="9729300" y="2588891"/>
            <a:chExt cx="1336040" cy="1026794"/>
          </a:xfrm>
        </p:grpSpPr>
        <p:sp>
          <p:nvSpPr>
            <p:cNvPr id="139" name="object 36"/>
            <p:cNvSpPr/>
            <p:nvPr/>
          </p:nvSpPr>
          <p:spPr>
            <a:xfrm>
              <a:off x="9761050" y="2620641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5">
                  <a:moveTo>
                    <a:pt x="391955" y="0"/>
                  </a:moveTo>
                  <a:lnTo>
                    <a:pt x="68764" y="0"/>
                  </a:lnTo>
                  <a:lnTo>
                    <a:pt x="42064" y="5425"/>
                  </a:lnTo>
                  <a:lnTo>
                    <a:pt x="20199" y="20199"/>
                  </a:lnTo>
                  <a:lnTo>
                    <a:pt x="5426" y="42064"/>
                  </a:lnTo>
                  <a:lnTo>
                    <a:pt x="0" y="68764"/>
                  </a:lnTo>
                  <a:lnTo>
                    <a:pt x="0" y="893928"/>
                  </a:lnTo>
                  <a:lnTo>
                    <a:pt x="5426" y="920628"/>
                  </a:lnTo>
                  <a:lnTo>
                    <a:pt x="20199" y="942493"/>
                  </a:lnTo>
                  <a:lnTo>
                    <a:pt x="42064" y="957266"/>
                  </a:lnTo>
                  <a:lnTo>
                    <a:pt x="68764" y="962693"/>
                  </a:lnTo>
                  <a:lnTo>
                    <a:pt x="1203366" y="962693"/>
                  </a:lnTo>
                  <a:lnTo>
                    <a:pt x="1230066" y="957266"/>
                  </a:lnTo>
                  <a:lnTo>
                    <a:pt x="1251931" y="942493"/>
                  </a:lnTo>
                  <a:lnTo>
                    <a:pt x="1266705" y="920628"/>
                  </a:lnTo>
                  <a:lnTo>
                    <a:pt x="1272131" y="893928"/>
                  </a:lnTo>
                  <a:lnTo>
                    <a:pt x="1272131" y="206291"/>
                  </a:lnTo>
                  <a:lnTo>
                    <a:pt x="1251931" y="157727"/>
                  </a:lnTo>
                  <a:lnTo>
                    <a:pt x="1203366" y="137528"/>
                  </a:lnTo>
                  <a:lnTo>
                    <a:pt x="618874" y="137528"/>
                  </a:lnTo>
                  <a:lnTo>
                    <a:pt x="421447" y="6526"/>
                  </a:lnTo>
                  <a:lnTo>
                    <a:pt x="412153" y="2793"/>
                  </a:lnTo>
                  <a:lnTo>
                    <a:pt x="402215" y="671"/>
                  </a:lnTo>
                  <a:lnTo>
                    <a:pt x="39195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37"/>
            <p:cNvSpPr/>
            <p:nvPr/>
          </p:nvSpPr>
          <p:spPr>
            <a:xfrm>
              <a:off x="9761050" y="2620641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5">
                  <a:moveTo>
                    <a:pt x="1203366" y="962693"/>
                  </a:moveTo>
                  <a:lnTo>
                    <a:pt x="68764" y="962693"/>
                  </a:lnTo>
                  <a:lnTo>
                    <a:pt x="42064" y="957267"/>
                  </a:lnTo>
                  <a:lnTo>
                    <a:pt x="20199" y="942493"/>
                  </a:lnTo>
                  <a:lnTo>
                    <a:pt x="5425" y="920628"/>
                  </a:lnTo>
                  <a:lnTo>
                    <a:pt x="0" y="893929"/>
                  </a:lnTo>
                  <a:lnTo>
                    <a:pt x="0" y="68764"/>
                  </a:lnTo>
                  <a:lnTo>
                    <a:pt x="5425" y="42064"/>
                  </a:lnTo>
                  <a:lnTo>
                    <a:pt x="20199" y="20199"/>
                  </a:lnTo>
                  <a:lnTo>
                    <a:pt x="42064" y="5425"/>
                  </a:lnTo>
                  <a:lnTo>
                    <a:pt x="68764" y="0"/>
                  </a:lnTo>
                  <a:lnTo>
                    <a:pt x="391954" y="0"/>
                  </a:lnTo>
                  <a:lnTo>
                    <a:pt x="429774" y="12034"/>
                  </a:lnTo>
                  <a:lnTo>
                    <a:pt x="618874" y="137528"/>
                  </a:lnTo>
                  <a:lnTo>
                    <a:pt x="1203366" y="137528"/>
                  </a:lnTo>
                  <a:lnTo>
                    <a:pt x="1230065" y="142953"/>
                  </a:lnTo>
                  <a:lnTo>
                    <a:pt x="1251930" y="157727"/>
                  </a:lnTo>
                  <a:lnTo>
                    <a:pt x="1266704" y="179591"/>
                  </a:lnTo>
                  <a:lnTo>
                    <a:pt x="1272130" y="206291"/>
                  </a:lnTo>
                  <a:lnTo>
                    <a:pt x="1272130" y="893929"/>
                  </a:lnTo>
                  <a:lnTo>
                    <a:pt x="1266704" y="920628"/>
                  </a:lnTo>
                  <a:lnTo>
                    <a:pt x="1251930" y="942493"/>
                  </a:lnTo>
                  <a:lnTo>
                    <a:pt x="1230065" y="957267"/>
                  </a:lnTo>
                  <a:lnTo>
                    <a:pt x="1203366" y="962693"/>
                  </a:lnTo>
                  <a:close/>
                </a:path>
              </a:pathLst>
            </a:custGeom>
            <a:ln w="635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35"/>
          <p:cNvGrpSpPr/>
          <p:nvPr/>
        </p:nvGrpSpPr>
        <p:grpSpPr>
          <a:xfrm>
            <a:off x="10081725" y="4121146"/>
            <a:ext cx="1336040" cy="1026794"/>
            <a:chOff x="9729300" y="2588891"/>
            <a:chExt cx="1336040" cy="1026794"/>
          </a:xfrm>
        </p:grpSpPr>
        <p:sp>
          <p:nvSpPr>
            <p:cNvPr id="142" name="object 36"/>
            <p:cNvSpPr/>
            <p:nvPr/>
          </p:nvSpPr>
          <p:spPr>
            <a:xfrm>
              <a:off x="9761050" y="2620641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5">
                  <a:moveTo>
                    <a:pt x="391955" y="0"/>
                  </a:moveTo>
                  <a:lnTo>
                    <a:pt x="68764" y="0"/>
                  </a:lnTo>
                  <a:lnTo>
                    <a:pt x="42064" y="5425"/>
                  </a:lnTo>
                  <a:lnTo>
                    <a:pt x="20199" y="20199"/>
                  </a:lnTo>
                  <a:lnTo>
                    <a:pt x="5426" y="42064"/>
                  </a:lnTo>
                  <a:lnTo>
                    <a:pt x="0" y="68764"/>
                  </a:lnTo>
                  <a:lnTo>
                    <a:pt x="0" y="893928"/>
                  </a:lnTo>
                  <a:lnTo>
                    <a:pt x="5426" y="920628"/>
                  </a:lnTo>
                  <a:lnTo>
                    <a:pt x="20199" y="942493"/>
                  </a:lnTo>
                  <a:lnTo>
                    <a:pt x="42064" y="957266"/>
                  </a:lnTo>
                  <a:lnTo>
                    <a:pt x="68764" y="962693"/>
                  </a:lnTo>
                  <a:lnTo>
                    <a:pt x="1203366" y="962693"/>
                  </a:lnTo>
                  <a:lnTo>
                    <a:pt x="1230066" y="957266"/>
                  </a:lnTo>
                  <a:lnTo>
                    <a:pt x="1251931" y="942493"/>
                  </a:lnTo>
                  <a:lnTo>
                    <a:pt x="1266705" y="920628"/>
                  </a:lnTo>
                  <a:lnTo>
                    <a:pt x="1272131" y="893928"/>
                  </a:lnTo>
                  <a:lnTo>
                    <a:pt x="1272131" y="206291"/>
                  </a:lnTo>
                  <a:lnTo>
                    <a:pt x="1251931" y="157727"/>
                  </a:lnTo>
                  <a:lnTo>
                    <a:pt x="1203366" y="137528"/>
                  </a:lnTo>
                  <a:lnTo>
                    <a:pt x="618874" y="137528"/>
                  </a:lnTo>
                  <a:lnTo>
                    <a:pt x="421447" y="6526"/>
                  </a:lnTo>
                  <a:lnTo>
                    <a:pt x="412153" y="2793"/>
                  </a:lnTo>
                  <a:lnTo>
                    <a:pt x="402215" y="671"/>
                  </a:lnTo>
                  <a:lnTo>
                    <a:pt x="39195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37"/>
            <p:cNvSpPr/>
            <p:nvPr/>
          </p:nvSpPr>
          <p:spPr>
            <a:xfrm>
              <a:off x="9761050" y="2620641"/>
              <a:ext cx="1272540" cy="963294"/>
            </a:xfrm>
            <a:custGeom>
              <a:avLst/>
              <a:gdLst/>
              <a:ahLst/>
              <a:cxnLst/>
              <a:rect l="l" t="t" r="r" b="b"/>
              <a:pathLst>
                <a:path w="1272540" h="963295">
                  <a:moveTo>
                    <a:pt x="1203366" y="962693"/>
                  </a:moveTo>
                  <a:lnTo>
                    <a:pt x="68764" y="962693"/>
                  </a:lnTo>
                  <a:lnTo>
                    <a:pt x="42064" y="957267"/>
                  </a:lnTo>
                  <a:lnTo>
                    <a:pt x="20199" y="942493"/>
                  </a:lnTo>
                  <a:lnTo>
                    <a:pt x="5425" y="920628"/>
                  </a:lnTo>
                  <a:lnTo>
                    <a:pt x="0" y="893929"/>
                  </a:lnTo>
                  <a:lnTo>
                    <a:pt x="0" y="68764"/>
                  </a:lnTo>
                  <a:lnTo>
                    <a:pt x="5425" y="42064"/>
                  </a:lnTo>
                  <a:lnTo>
                    <a:pt x="20199" y="20199"/>
                  </a:lnTo>
                  <a:lnTo>
                    <a:pt x="42064" y="5425"/>
                  </a:lnTo>
                  <a:lnTo>
                    <a:pt x="68764" y="0"/>
                  </a:lnTo>
                  <a:lnTo>
                    <a:pt x="391954" y="0"/>
                  </a:lnTo>
                  <a:lnTo>
                    <a:pt x="429774" y="12034"/>
                  </a:lnTo>
                  <a:lnTo>
                    <a:pt x="618874" y="137528"/>
                  </a:lnTo>
                  <a:lnTo>
                    <a:pt x="1203366" y="137528"/>
                  </a:lnTo>
                  <a:lnTo>
                    <a:pt x="1230065" y="142953"/>
                  </a:lnTo>
                  <a:lnTo>
                    <a:pt x="1251930" y="157727"/>
                  </a:lnTo>
                  <a:lnTo>
                    <a:pt x="1266704" y="179591"/>
                  </a:lnTo>
                  <a:lnTo>
                    <a:pt x="1272130" y="206291"/>
                  </a:lnTo>
                  <a:lnTo>
                    <a:pt x="1272130" y="893929"/>
                  </a:lnTo>
                  <a:lnTo>
                    <a:pt x="1266704" y="920628"/>
                  </a:lnTo>
                  <a:lnTo>
                    <a:pt x="1251930" y="942493"/>
                  </a:lnTo>
                  <a:lnTo>
                    <a:pt x="1230065" y="957267"/>
                  </a:lnTo>
                  <a:lnTo>
                    <a:pt x="1203366" y="962693"/>
                  </a:lnTo>
                  <a:close/>
                </a:path>
              </a:pathLst>
            </a:custGeom>
            <a:ln w="635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文本框 146"/>
          <p:cNvSpPr txBox="1"/>
          <p:nvPr/>
        </p:nvSpPr>
        <p:spPr>
          <a:xfrm>
            <a:off x="10335895" y="5278755"/>
            <a:ext cx="1045845" cy="1099820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5400" b="1"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  <a:endParaRPr lang="en-US" altLang="zh-CN" sz="54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1" name="object 38"/>
          <p:cNvSpPr txBox="1"/>
          <p:nvPr/>
        </p:nvSpPr>
        <p:spPr>
          <a:xfrm>
            <a:off x="10336018" y="2838051"/>
            <a:ext cx="1304925" cy="10788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185"/>
              </a:spcBef>
            </a:pPr>
            <a:r>
              <a:rPr sz="1800" spc="-25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Read-</a:t>
            </a:r>
            <a:r>
              <a:rPr sz="1800" spc="-20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spc="-2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/odm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object 42"/>
          <p:cNvSpPr txBox="1"/>
          <p:nvPr/>
        </p:nvSpPr>
        <p:spPr>
          <a:xfrm>
            <a:off x="10192947" y="3916407"/>
            <a:ext cx="1466850" cy="10788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185"/>
              </a:spcBef>
            </a:pPr>
            <a:r>
              <a:rPr sz="1800" spc="-25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Read-</a:t>
            </a:r>
            <a:r>
              <a:rPr sz="1800" spc="-20" dirty="0">
                <a:solidFill>
                  <a:srgbClr val="7F7F7F"/>
                </a:solidFill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spc="-1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/vendor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231900" y="4648200"/>
            <a:ext cx="7933055" cy="7245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>
              <a:lnSpc>
                <a:spcPct val="100000"/>
              </a:lnSpc>
              <a:spcBef>
                <a:spcPts val="435"/>
              </a:spcBef>
              <a:tabLst>
                <a:tab pos="1747520" algn="l"/>
                <a:tab pos="3101975" algn="l"/>
                <a:tab pos="4455795" algn="l"/>
                <a:tab pos="5809615" algn="l"/>
                <a:tab pos="7162800" algn="l"/>
              </a:tabLst>
            </a:pPr>
            <a:r>
              <a:rPr sz="2000" b="1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2.3.6</a:t>
            </a: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000" b="1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4.3</a:t>
            </a: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000" b="1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5.1</a:t>
            </a: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000" b="1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6.0</a:t>
            </a: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000" b="1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7.0</a:t>
            </a: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sz="2000" b="1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8.0</a:t>
            </a:r>
            <a:endParaRPr sz="2000" b="1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2000" b="1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Android</a:t>
            </a:r>
            <a:r>
              <a:rPr sz="2000" b="1" spc="-7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  <a:sym typeface="+mn-ea"/>
              </a:rPr>
              <a:t>Version</a:t>
            </a:r>
            <a:endParaRPr sz="2000" b="1">
              <a:latin typeface="Calibri" panose="020F0502020204030204"/>
              <a:cs typeface="Calibri" panose="020F0502020204030204"/>
            </a:endParaRPr>
          </a:p>
          <a:p>
            <a:pPr algn="l"/>
            <a:endParaRPr lang="zh-CN" altLang="en-US" sz="2000" b="1"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231900" y="5442585"/>
            <a:ext cx="7548245" cy="12255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2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系统资源占用存储显著！</a:t>
            </a:r>
            <a:br>
              <a:rPr lang="zh-CN" altLang="en-US" sz="32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</a:br>
            <a:r>
              <a:rPr lang="zh-CN" altLang="en-US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只读系统分区</a:t>
            </a:r>
            <a:r>
              <a:rPr lang="en-US" altLang="zh-CN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en-US" altLang="en-US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→</a:t>
            </a:r>
            <a:r>
              <a:rPr lang="en-US" altLang="zh-CN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zh-CN" altLang="en-US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压缩只读文件系统</a:t>
            </a:r>
            <a:endParaRPr lang="zh-CN" altLang="en-US" sz="320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l"/>
            <a:endParaRPr lang="zh-CN" altLang="en-US" sz="3200">
              <a:solidFill>
                <a:schemeClr val="tx1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现有方案：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Squashfs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7010" y="1236345"/>
            <a:ext cx="7112635" cy="104267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b="1">
                <a:solidFill>
                  <a:schemeClr val="tx1"/>
                </a:solidFill>
              </a:rPr>
              <a:t>Squashfs</a:t>
            </a:r>
            <a:r>
              <a:rPr lang="zh-CN" altLang="en-US" sz="2800" b="1">
                <a:solidFill>
                  <a:schemeClr val="tx1"/>
                </a:solidFill>
              </a:rPr>
              <a:t>是</a:t>
            </a:r>
            <a:r>
              <a:rPr lang="en-US" altLang="zh-CN" sz="2800" b="1">
                <a:solidFill>
                  <a:schemeClr val="tx1"/>
                </a:solidFill>
              </a:rPr>
              <a:t>Linux</a:t>
            </a:r>
            <a:r>
              <a:rPr lang="zh-CN" altLang="en-US" sz="2800" b="1">
                <a:solidFill>
                  <a:schemeClr val="tx1"/>
                </a:solidFill>
              </a:rPr>
              <a:t>中广泛使用的压缩只读文件系统，是解决存储问题的</a:t>
            </a:r>
            <a:r>
              <a:rPr lang="zh-CN" altLang="en-US" sz="2800" b="1">
                <a:solidFill>
                  <a:schemeClr val="tx1"/>
                </a:solidFill>
              </a:rPr>
              <a:t>传统方案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29625" y="1236345"/>
            <a:ext cx="3159125" cy="494601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3600" b="1">
                <a:solidFill>
                  <a:schemeClr val="tx1"/>
                </a:solidFill>
              </a:rPr>
              <a:t>工作原理</a:t>
            </a:r>
            <a:r>
              <a:rPr lang="en-US" altLang="zh-CN" sz="3200">
                <a:solidFill>
                  <a:schemeClr val="tx1"/>
                </a:solidFill>
              </a:rPr>
              <a:t>:</a:t>
            </a:r>
            <a:endParaRPr lang="en-US" altLang="zh-CN" sz="3200">
              <a:solidFill>
                <a:schemeClr val="tx1"/>
              </a:solidFill>
            </a:endParaRPr>
          </a:p>
          <a:p>
            <a:pPr algn="l"/>
            <a:r>
              <a:rPr lang="zh-CN" altLang="en-US" sz="3200">
                <a:solidFill>
                  <a:schemeClr val="tx1"/>
                </a:solidFill>
              </a:rPr>
              <a:t>将原始文件数据分割成固定大小的数据块</a:t>
            </a:r>
            <a:r>
              <a:rPr lang="en-US" altLang="zh-CN" sz="3200">
                <a:solidFill>
                  <a:schemeClr val="tx1"/>
                </a:solidFill>
              </a:rPr>
              <a:t>(</a:t>
            </a:r>
            <a:r>
              <a:rPr lang="zh-CN" altLang="en-US" sz="3200">
                <a:solidFill>
                  <a:schemeClr val="tx1"/>
                </a:solidFill>
              </a:rPr>
              <a:t>例如</a:t>
            </a:r>
            <a:endParaRPr lang="zh-CN" altLang="en-US" sz="3200">
              <a:solidFill>
                <a:schemeClr val="tx1"/>
              </a:solidFill>
            </a:endParaRPr>
          </a:p>
          <a:p>
            <a:pPr algn="l"/>
            <a:r>
              <a:rPr lang="en-US" altLang="zh-CN" sz="3200">
                <a:solidFill>
                  <a:schemeClr val="tx1"/>
                </a:solidFill>
              </a:rPr>
              <a:t>128KB),</a:t>
            </a:r>
            <a:r>
              <a:rPr lang="zh-CN" altLang="en-US" sz="3200">
                <a:solidFill>
                  <a:schemeClr val="tx1"/>
                </a:solidFill>
              </a:rPr>
              <a:t>然后</a:t>
            </a:r>
            <a:r>
              <a:rPr lang="zh-CN" altLang="en-US" sz="3200">
                <a:solidFill>
                  <a:schemeClr val="tx1"/>
                </a:solidFill>
              </a:rPr>
              <a:t>对每个数据块独立进行压缩。压缩后的数据块大小是可变的。</a:t>
            </a:r>
            <a:endParaRPr lang="zh-CN" altLang="en-US" sz="32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" y="2489835"/>
            <a:ext cx="7936865" cy="3692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现有方案：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Squashfs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725" y="1236345"/>
            <a:ext cx="11598275" cy="13277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5080">
              <a:lnSpc>
                <a:spcPct val="119000"/>
              </a:lnSpc>
              <a:spcBef>
                <a:spcPts val="100"/>
              </a:spcBef>
            </a:pP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尝试在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 Android </a:t>
            </a: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的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 /system</a:t>
            </a: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、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/oem</a:t>
            </a: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、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/vendor</a:t>
            </a: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、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/odm </a:t>
            </a:r>
            <a:r>
              <a:rPr lang="zh-CN" altLang="en-US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分区使用</a:t>
            </a:r>
            <a:r>
              <a:rPr lang="en-US" altLang="zh-CN" sz="36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Squashfs</a:t>
            </a:r>
            <a:endParaRPr lang="en-US" altLang="zh-CN" sz="3600" b="1">
              <a:solidFill>
                <a:schemeClr val="tx1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4375" y="4617720"/>
            <a:ext cx="7065010" cy="156464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3600" b="1">
                <a:solidFill>
                  <a:schemeClr val="tx1"/>
                </a:solidFill>
              </a:rPr>
              <a:t>Result</a:t>
            </a:r>
            <a:r>
              <a:rPr lang="en-US" altLang="zh-CN" sz="3200">
                <a:solidFill>
                  <a:schemeClr val="tx1"/>
                </a:solidFill>
              </a:rPr>
              <a:t>:</a:t>
            </a:r>
            <a:endParaRPr lang="en-US" altLang="zh-CN" sz="3200">
              <a:solidFill>
                <a:schemeClr val="tx1"/>
              </a:solidFill>
            </a:endParaRPr>
          </a:p>
          <a:p>
            <a:pPr indent="457200" algn="l"/>
            <a:r>
              <a:rPr lang="zh-CN" altLang="en-US" sz="3200">
                <a:solidFill>
                  <a:schemeClr val="tx1"/>
                </a:solidFill>
                <a:latin typeface="Calibri" panose="020F0502020204030204"/>
                <a:cs typeface="Calibri" panose="020F0502020204030204"/>
                <a:sym typeface="+mn-ea"/>
              </a:rPr>
              <a:t>系统卡顿，甚至冻结数秒后重启。</a:t>
            </a:r>
            <a:endParaRPr lang="zh-CN" altLang="en-US" sz="3200">
              <a:solidFill>
                <a:schemeClr val="tx1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0" name="object 4"/>
          <p:cNvSpPr/>
          <p:nvPr/>
        </p:nvSpPr>
        <p:spPr>
          <a:xfrm>
            <a:off x="1648203" y="2831939"/>
            <a:ext cx="1272540" cy="963294"/>
          </a:xfrm>
          <a:custGeom>
            <a:avLst/>
            <a:gdLst/>
            <a:ahLst/>
            <a:cxnLst/>
            <a:rect l="l" t="t" r="r" b="b"/>
            <a:pathLst>
              <a:path w="1272539" h="963295">
                <a:moveTo>
                  <a:pt x="391953" y="0"/>
                </a:moveTo>
                <a:lnTo>
                  <a:pt x="68762" y="0"/>
                </a:lnTo>
                <a:lnTo>
                  <a:pt x="42063" y="5425"/>
                </a:lnTo>
                <a:lnTo>
                  <a:pt x="20199" y="20199"/>
                </a:lnTo>
                <a:lnTo>
                  <a:pt x="5425" y="42064"/>
                </a:lnTo>
                <a:lnTo>
                  <a:pt x="0" y="68764"/>
                </a:lnTo>
                <a:lnTo>
                  <a:pt x="0" y="893928"/>
                </a:lnTo>
                <a:lnTo>
                  <a:pt x="5425" y="920628"/>
                </a:lnTo>
                <a:lnTo>
                  <a:pt x="20199" y="942493"/>
                </a:lnTo>
                <a:lnTo>
                  <a:pt x="42063" y="957267"/>
                </a:lnTo>
                <a:lnTo>
                  <a:pt x="68762" y="962693"/>
                </a:lnTo>
                <a:lnTo>
                  <a:pt x="1203365" y="962693"/>
                </a:lnTo>
                <a:lnTo>
                  <a:pt x="1230065" y="957267"/>
                </a:lnTo>
                <a:lnTo>
                  <a:pt x="1251929" y="942493"/>
                </a:lnTo>
                <a:lnTo>
                  <a:pt x="1266703" y="920628"/>
                </a:lnTo>
                <a:lnTo>
                  <a:pt x="1272129" y="893928"/>
                </a:lnTo>
                <a:lnTo>
                  <a:pt x="1272129" y="206291"/>
                </a:lnTo>
                <a:lnTo>
                  <a:pt x="1251929" y="157727"/>
                </a:lnTo>
                <a:lnTo>
                  <a:pt x="1203365" y="137528"/>
                </a:lnTo>
                <a:lnTo>
                  <a:pt x="618873" y="137528"/>
                </a:lnTo>
                <a:lnTo>
                  <a:pt x="421446" y="6527"/>
                </a:lnTo>
                <a:lnTo>
                  <a:pt x="412152" y="2793"/>
                </a:lnTo>
                <a:lnTo>
                  <a:pt x="402213" y="671"/>
                </a:lnTo>
                <a:lnTo>
                  <a:pt x="39195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4"/>
          <p:cNvSpPr/>
          <p:nvPr/>
        </p:nvSpPr>
        <p:spPr>
          <a:xfrm>
            <a:off x="3896103" y="2831939"/>
            <a:ext cx="1272540" cy="963294"/>
          </a:xfrm>
          <a:custGeom>
            <a:avLst/>
            <a:gdLst/>
            <a:ahLst/>
            <a:cxnLst/>
            <a:rect l="l" t="t" r="r" b="b"/>
            <a:pathLst>
              <a:path w="1272539" h="963295">
                <a:moveTo>
                  <a:pt x="391953" y="0"/>
                </a:moveTo>
                <a:lnTo>
                  <a:pt x="68762" y="0"/>
                </a:lnTo>
                <a:lnTo>
                  <a:pt x="42063" y="5425"/>
                </a:lnTo>
                <a:lnTo>
                  <a:pt x="20199" y="20199"/>
                </a:lnTo>
                <a:lnTo>
                  <a:pt x="5425" y="42064"/>
                </a:lnTo>
                <a:lnTo>
                  <a:pt x="0" y="68764"/>
                </a:lnTo>
                <a:lnTo>
                  <a:pt x="0" y="893928"/>
                </a:lnTo>
                <a:lnTo>
                  <a:pt x="5425" y="920628"/>
                </a:lnTo>
                <a:lnTo>
                  <a:pt x="20199" y="942493"/>
                </a:lnTo>
                <a:lnTo>
                  <a:pt x="42063" y="957267"/>
                </a:lnTo>
                <a:lnTo>
                  <a:pt x="68762" y="962693"/>
                </a:lnTo>
                <a:lnTo>
                  <a:pt x="1203365" y="962693"/>
                </a:lnTo>
                <a:lnTo>
                  <a:pt x="1230065" y="957267"/>
                </a:lnTo>
                <a:lnTo>
                  <a:pt x="1251929" y="942493"/>
                </a:lnTo>
                <a:lnTo>
                  <a:pt x="1266703" y="920628"/>
                </a:lnTo>
                <a:lnTo>
                  <a:pt x="1272129" y="893928"/>
                </a:lnTo>
                <a:lnTo>
                  <a:pt x="1272129" y="206291"/>
                </a:lnTo>
                <a:lnTo>
                  <a:pt x="1251929" y="157727"/>
                </a:lnTo>
                <a:lnTo>
                  <a:pt x="1203365" y="137528"/>
                </a:lnTo>
                <a:lnTo>
                  <a:pt x="618873" y="137528"/>
                </a:lnTo>
                <a:lnTo>
                  <a:pt x="421446" y="6527"/>
                </a:lnTo>
                <a:lnTo>
                  <a:pt x="412152" y="2793"/>
                </a:lnTo>
                <a:lnTo>
                  <a:pt x="402213" y="671"/>
                </a:lnTo>
                <a:lnTo>
                  <a:pt x="39195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/>
          <p:nvPr/>
        </p:nvSpPr>
        <p:spPr>
          <a:xfrm>
            <a:off x="6169403" y="2831939"/>
            <a:ext cx="1272540" cy="963294"/>
          </a:xfrm>
          <a:custGeom>
            <a:avLst/>
            <a:gdLst/>
            <a:ahLst/>
            <a:cxnLst/>
            <a:rect l="l" t="t" r="r" b="b"/>
            <a:pathLst>
              <a:path w="1272539" h="963295">
                <a:moveTo>
                  <a:pt x="391953" y="0"/>
                </a:moveTo>
                <a:lnTo>
                  <a:pt x="68762" y="0"/>
                </a:lnTo>
                <a:lnTo>
                  <a:pt x="42063" y="5425"/>
                </a:lnTo>
                <a:lnTo>
                  <a:pt x="20199" y="20199"/>
                </a:lnTo>
                <a:lnTo>
                  <a:pt x="5425" y="42064"/>
                </a:lnTo>
                <a:lnTo>
                  <a:pt x="0" y="68764"/>
                </a:lnTo>
                <a:lnTo>
                  <a:pt x="0" y="893928"/>
                </a:lnTo>
                <a:lnTo>
                  <a:pt x="5425" y="920628"/>
                </a:lnTo>
                <a:lnTo>
                  <a:pt x="20199" y="942493"/>
                </a:lnTo>
                <a:lnTo>
                  <a:pt x="42063" y="957267"/>
                </a:lnTo>
                <a:lnTo>
                  <a:pt x="68762" y="962693"/>
                </a:lnTo>
                <a:lnTo>
                  <a:pt x="1203365" y="962693"/>
                </a:lnTo>
                <a:lnTo>
                  <a:pt x="1230065" y="957267"/>
                </a:lnTo>
                <a:lnTo>
                  <a:pt x="1251929" y="942493"/>
                </a:lnTo>
                <a:lnTo>
                  <a:pt x="1266703" y="920628"/>
                </a:lnTo>
                <a:lnTo>
                  <a:pt x="1272129" y="893928"/>
                </a:lnTo>
                <a:lnTo>
                  <a:pt x="1272129" y="206291"/>
                </a:lnTo>
                <a:lnTo>
                  <a:pt x="1251929" y="157727"/>
                </a:lnTo>
                <a:lnTo>
                  <a:pt x="1203365" y="137528"/>
                </a:lnTo>
                <a:lnTo>
                  <a:pt x="618873" y="137528"/>
                </a:lnTo>
                <a:lnTo>
                  <a:pt x="421446" y="6527"/>
                </a:lnTo>
                <a:lnTo>
                  <a:pt x="412152" y="2793"/>
                </a:lnTo>
                <a:lnTo>
                  <a:pt x="402213" y="671"/>
                </a:lnTo>
                <a:lnTo>
                  <a:pt x="39195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4"/>
          <p:cNvSpPr/>
          <p:nvPr/>
        </p:nvSpPr>
        <p:spPr>
          <a:xfrm>
            <a:off x="8303638" y="2831939"/>
            <a:ext cx="1272540" cy="963294"/>
          </a:xfrm>
          <a:custGeom>
            <a:avLst/>
            <a:gdLst/>
            <a:ahLst/>
            <a:cxnLst/>
            <a:rect l="l" t="t" r="r" b="b"/>
            <a:pathLst>
              <a:path w="1272539" h="963295">
                <a:moveTo>
                  <a:pt x="391953" y="0"/>
                </a:moveTo>
                <a:lnTo>
                  <a:pt x="68762" y="0"/>
                </a:lnTo>
                <a:lnTo>
                  <a:pt x="42063" y="5425"/>
                </a:lnTo>
                <a:lnTo>
                  <a:pt x="20199" y="20199"/>
                </a:lnTo>
                <a:lnTo>
                  <a:pt x="5425" y="42064"/>
                </a:lnTo>
                <a:lnTo>
                  <a:pt x="0" y="68764"/>
                </a:lnTo>
                <a:lnTo>
                  <a:pt x="0" y="893928"/>
                </a:lnTo>
                <a:lnTo>
                  <a:pt x="5425" y="920628"/>
                </a:lnTo>
                <a:lnTo>
                  <a:pt x="20199" y="942493"/>
                </a:lnTo>
                <a:lnTo>
                  <a:pt x="42063" y="957267"/>
                </a:lnTo>
                <a:lnTo>
                  <a:pt x="68762" y="962693"/>
                </a:lnTo>
                <a:lnTo>
                  <a:pt x="1203365" y="962693"/>
                </a:lnTo>
                <a:lnTo>
                  <a:pt x="1230065" y="957267"/>
                </a:lnTo>
                <a:lnTo>
                  <a:pt x="1251929" y="942493"/>
                </a:lnTo>
                <a:lnTo>
                  <a:pt x="1266703" y="920628"/>
                </a:lnTo>
                <a:lnTo>
                  <a:pt x="1272129" y="893928"/>
                </a:lnTo>
                <a:lnTo>
                  <a:pt x="1272129" y="206291"/>
                </a:lnTo>
                <a:lnTo>
                  <a:pt x="1251929" y="157727"/>
                </a:lnTo>
                <a:lnTo>
                  <a:pt x="1203365" y="137528"/>
                </a:lnTo>
                <a:lnTo>
                  <a:pt x="618873" y="137528"/>
                </a:lnTo>
                <a:lnTo>
                  <a:pt x="421446" y="6527"/>
                </a:lnTo>
                <a:lnTo>
                  <a:pt x="412152" y="2793"/>
                </a:lnTo>
                <a:lnTo>
                  <a:pt x="402213" y="671"/>
                </a:lnTo>
                <a:lnTo>
                  <a:pt x="391953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5"/>
          <p:cNvSpPr txBox="1"/>
          <p:nvPr/>
        </p:nvSpPr>
        <p:spPr>
          <a:xfrm>
            <a:off x="1762159" y="3049015"/>
            <a:ext cx="1158875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345"/>
              </a:lnSpc>
              <a:spcBef>
                <a:spcPts val="100"/>
              </a:spcBef>
            </a:pPr>
            <a:r>
              <a:rPr sz="2800" spc="-1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/system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R="13970" algn="ctr">
              <a:lnSpc>
                <a:spcPts val="2145"/>
              </a:lnSpc>
            </a:pPr>
            <a:r>
              <a:rPr sz="1800" spc="-10" dirty="0">
                <a:solidFill>
                  <a:srgbClr val="4472C4"/>
                </a:solidFill>
                <a:latin typeface="Calibri" panose="020F0502020204030204"/>
                <a:cs typeface="Calibri" panose="020F0502020204030204"/>
              </a:rPr>
              <a:t>Squashfs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7"/>
          <p:cNvSpPr txBox="1"/>
          <p:nvPr/>
        </p:nvSpPr>
        <p:spPr>
          <a:xfrm>
            <a:off x="4072244" y="3049015"/>
            <a:ext cx="846455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">
              <a:lnSpc>
                <a:spcPts val="3345"/>
              </a:lnSpc>
              <a:spcBef>
                <a:spcPts val="100"/>
              </a:spcBef>
            </a:pPr>
            <a:r>
              <a:rPr sz="2800" spc="-2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/oem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2145"/>
              </a:lnSpc>
            </a:pPr>
            <a:r>
              <a:rPr sz="1800" spc="-10" dirty="0">
                <a:solidFill>
                  <a:srgbClr val="4472C4"/>
                </a:solidFill>
                <a:latin typeface="Calibri" panose="020F0502020204030204"/>
                <a:cs typeface="Calibri" panose="020F0502020204030204"/>
              </a:rPr>
              <a:t>Squashfs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9"/>
          <p:cNvSpPr txBox="1"/>
          <p:nvPr/>
        </p:nvSpPr>
        <p:spPr>
          <a:xfrm>
            <a:off x="8393623" y="3049015"/>
            <a:ext cx="1183005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345"/>
              </a:lnSpc>
              <a:spcBef>
                <a:spcPts val="100"/>
              </a:spcBef>
            </a:pPr>
            <a:r>
              <a:rPr sz="2800" spc="-1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/vendor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R="38100" algn="ctr">
              <a:lnSpc>
                <a:spcPts val="2145"/>
              </a:lnSpc>
            </a:pPr>
            <a:r>
              <a:rPr sz="1800" spc="-10" dirty="0">
                <a:solidFill>
                  <a:srgbClr val="4472C4"/>
                </a:solidFill>
                <a:latin typeface="Calibri" panose="020F0502020204030204"/>
                <a:cs typeface="Calibri" panose="020F0502020204030204"/>
              </a:rPr>
              <a:t>Squashfs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6382330" y="3049015"/>
            <a:ext cx="846455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">
              <a:lnSpc>
                <a:spcPts val="3345"/>
              </a:lnSpc>
              <a:spcBef>
                <a:spcPts val="100"/>
              </a:spcBef>
            </a:pPr>
            <a:r>
              <a:rPr sz="2800" spc="-2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/odm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2145"/>
              </a:lnSpc>
            </a:pPr>
            <a:r>
              <a:rPr sz="1800" spc="-10" dirty="0">
                <a:solidFill>
                  <a:srgbClr val="4472C4"/>
                </a:solidFill>
                <a:latin typeface="Calibri" panose="020F0502020204030204"/>
                <a:cs typeface="Calibri" panose="020F0502020204030204"/>
              </a:rPr>
              <a:t>Squashfs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6375" y="95250"/>
            <a:ext cx="4074160" cy="7512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为何</a:t>
            </a:r>
            <a:r>
              <a:rPr lang="en-US" altLang="zh-CN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Squashfs </a:t>
            </a: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失效？</a:t>
            </a:r>
            <a:endParaRPr lang="zh-CN" altLang="en-US" sz="32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96580" y="1172210"/>
            <a:ext cx="3385185" cy="481266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6875" y="1505585"/>
            <a:ext cx="7143750" cy="352679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1192530" y="1798955"/>
            <a:ext cx="5505450" cy="2510155"/>
            <a:chOff x="583" y="2240"/>
            <a:chExt cx="8246" cy="3554"/>
          </a:xfrm>
        </p:grpSpPr>
        <p:grpSp>
          <p:nvGrpSpPr>
            <p:cNvPr id="44" name="object 3"/>
            <p:cNvGrpSpPr/>
            <p:nvPr/>
          </p:nvGrpSpPr>
          <p:grpSpPr>
            <a:xfrm>
              <a:off x="583" y="4216"/>
              <a:ext cx="1190" cy="1579"/>
              <a:chOff x="370341" y="2677415"/>
              <a:chExt cx="755650" cy="1002665"/>
            </a:xfrm>
          </p:grpSpPr>
          <p:sp>
            <p:nvSpPr>
              <p:cNvPr id="45" name="object 4"/>
              <p:cNvSpPr/>
              <p:nvPr/>
            </p:nvSpPr>
            <p:spPr>
              <a:xfrm>
                <a:off x="389391" y="3210512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71753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717535" y="450000"/>
                    </a:lnTo>
                    <a:lnTo>
                      <a:pt x="717535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6" name="object 5"/>
              <p:cNvSpPr/>
              <p:nvPr/>
            </p:nvSpPr>
            <p:spPr>
              <a:xfrm>
                <a:off x="389391" y="3210512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0" y="0"/>
                    </a:moveTo>
                    <a:lnTo>
                      <a:pt x="717536" y="0"/>
                    </a:lnTo>
                    <a:lnTo>
                      <a:pt x="717536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7" name="object 6"/>
              <p:cNvSpPr/>
              <p:nvPr/>
            </p:nvSpPr>
            <p:spPr>
              <a:xfrm>
                <a:off x="691009" y="2677415"/>
                <a:ext cx="1143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33400">
                    <a:moveTo>
                      <a:pt x="38099" y="418797"/>
                    </a:moveTo>
                    <a:lnTo>
                      <a:pt x="0" y="418797"/>
                    </a:lnTo>
                    <a:lnTo>
                      <a:pt x="57150" y="533097"/>
                    </a:lnTo>
                    <a:lnTo>
                      <a:pt x="104775" y="437847"/>
                    </a:lnTo>
                    <a:lnTo>
                      <a:pt x="38100" y="437847"/>
                    </a:lnTo>
                    <a:lnTo>
                      <a:pt x="38099" y="418797"/>
                    </a:lnTo>
                    <a:close/>
                  </a:path>
                  <a:path w="114300" h="533400">
                    <a:moveTo>
                      <a:pt x="76199" y="0"/>
                    </a:moveTo>
                    <a:lnTo>
                      <a:pt x="38099" y="0"/>
                    </a:lnTo>
                    <a:lnTo>
                      <a:pt x="38100" y="437847"/>
                    </a:lnTo>
                    <a:lnTo>
                      <a:pt x="76200" y="437847"/>
                    </a:lnTo>
                    <a:lnTo>
                      <a:pt x="76199" y="0"/>
                    </a:lnTo>
                    <a:close/>
                  </a:path>
                  <a:path w="114300" h="533400">
                    <a:moveTo>
                      <a:pt x="114300" y="418797"/>
                    </a:moveTo>
                    <a:lnTo>
                      <a:pt x="76199" y="418797"/>
                    </a:lnTo>
                    <a:lnTo>
                      <a:pt x="76200" y="437847"/>
                    </a:lnTo>
                    <a:lnTo>
                      <a:pt x="104775" y="437847"/>
                    </a:lnTo>
                    <a:lnTo>
                      <a:pt x="114300" y="41879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48" name="object 7"/>
            <p:cNvGrpSpPr/>
            <p:nvPr/>
          </p:nvGrpSpPr>
          <p:grpSpPr>
            <a:xfrm>
              <a:off x="2629" y="4216"/>
              <a:ext cx="658" cy="1568"/>
              <a:chOff x="1669472" y="2677415"/>
              <a:chExt cx="417830" cy="995680"/>
            </a:xfrm>
          </p:grpSpPr>
          <p:sp>
            <p:nvSpPr>
              <p:cNvPr id="49" name="object 8"/>
              <p:cNvSpPr/>
              <p:nvPr/>
            </p:nvSpPr>
            <p:spPr>
              <a:xfrm>
                <a:off x="1688522" y="3204000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379216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379216" y="449999"/>
                    </a:lnTo>
                    <a:lnTo>
                      <a:pt x="379216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0" name="object 9"/>
              <p:cNvSpPr/>
              <p:nvPr/>
            </p:nvSpPr>
            <p:spPr>
              <a:xfrm>
                <a:off x="1688522" y="3204000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0" y="0"/>
                    </a:moveTo>
                    <a:lnTo>
                      <a:pt x="379217" y="0"/>
                    </a:lnTo>
                    <a:lnTo>
                      <a:pt x="379217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1" name="object 10"/>
              <p:cNvSpPr/>
              <p:nvPr/>
            </p:nvSpPr>
            <p:spPr>
              <a:xfrm>
                <a:off x="1820981" y="2677415"/>
                <a:ext cx="114300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7050">
                    <a:moveTo>
                      <a:pt x="38099" y="412285"/>
                    </a:moveTo>
                    <a:lnTo>
                      <a:pt x="0" y="412285"/>
                    </a:lnTo>
                    <a:lnTo>
                      <a:pt x="57150" y="526585"/>
                    </a:lnTo>
                    <a:lnTo>
                      <a:pt x="104774" y="431335"/>
                    </a:lnTo>
                    <a:lnTo>
                      <a:pt x="38100" y="431335"/>
                    </a:lnTo>
                    <a:lnTo>
                      <a:pt x="38099" y="412285"/>
                    </a:lnTo>
                    <a:close/>
                  </a:path>
                  <a:path w="114300" h="527050">
                    <a:moveTo>
                      <a:pt x="76198" y="0"/>
                    </a:moveTo>
                    <a:lnTo>
                      <a:pt x="38098" y="0"/>
                    </a:lnTo>
                    <a:lnTo>
                      <a:pt x="38100" y="431335"/>
                    </a:lnTo>
                    <a:lnTo>
                      <a:pt x="76200" y="431335"/>
                    </a:lnTo>
                    <a:lnTo>
                      <a:pt x="76198" y="0"/>
                    </a:lnTo>
                    <a:close/>
                  </a:path>
                  <a:path w="114300" h="527050">
                    <a:moveTo>
                      <a:pt x="114299" y="412285"/>
                    </a:moveTo>
                    <a:lnTo>
                      <a:pt x="76199" y="412285"/>
                    </a:lnTo>
                    <a:lnTo>
                      <a:pt x="76200" y="431335"/>
                    </a:lnTo>
                    <a:lnTo>
                      <a:pt x="104774" y="431335"/>
                    </a:lnTo>
                    <a:lnTo>
                      <a:pt x="114299" y="41228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52" name="object 11"/>
            <p:cNvGrpSpPr/>
            <p:nvPr/>
          </p:nvGrpSpPr>
          <p:grpSpPr>
            <a:xfrm>
              <a:off x="4191" y="4216"/>
              <a:ext cx="1049" cy="1568"/>
              <a:chOff x="2661083" y="2677415"/>
              <a:chExt cx="666115" cy="995680"/>
            </a:xfrm>
          </p:grpSpPr>
          <p:sp>
            <p:nvSpPr>
              <p:cNvPr id="53" name="object 12"/>
              <p:cNvSpPr/>
              <p:nvPr/>
            </p:nvSpPr>
            <p:spPr>
              <a:xfrm>
                <a:off x="2680133" y="3204000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627970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627970" y="449999"/>
                    </a:lnTo>
                    <a:lnTo>
                      <a:pt x="627970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4" name="object 13"/>
              <p:cNvSpPr/>
              <p:nvPr/>
            </p:nvSpPr>
            <p:spPr>
              <a:xfrm>
                <a:off x="2680133" y="3204000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0" y="0"/>
                    </a:moveTo>
                    <a:lnTo>
                      <a:pt x="627971" y="0"/>
                    </a:lnTo>
                    <a:lnTo>
                      <a:pt x="62797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5" name="object 14"/>
              <p:cNvSpPr/>
              <p:nvPr/>
            </p:nvSpPr>
            <p:spPr>
              <a:xfrm>
                <a:off x="2936970" y="2677415"/>
                <a:ext cx="114300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7050">
                    <a:moveTo>
                      <a:pt x="38099" y="412285"/>
                    </a:moveTo>
                    <a:lnTo>
                      <a:pt x="0" y="412285"/>
                    </a:lnTo>
                    <a:lnTo>
                      <a:pt x="57150" y="526585"/>
                    </a:lnTo>
                    <a:lnTo>
                      <a:pt x="104774" y="431335"/>
                    </a:lnTo>
                    <a:lnTo>
                      <a:pt x="38100" y="431335"/>
                    </a:lnTo>
                    <a:lnTo>
                      <a:pt x="38099" y="412285"/>
                    </a:lnTo>
                    <a:close/>
                  </a:path>
                  <a:path w="114300" h="527050">
                    <a:moveTo>
                      <a:pt x="76198" y="0"/>
                    </a:moveTo>
                    <a:lnTo>
                      <a:pt x="38098" y="0"/>
                    </a:lnTo>
                    <a:lnTo>
                      <a:pt x="38100" y="431335"/>
                    </a:lnTo>
                    <a:lnTo>
                      <a:pt x="76200" y="431335"/>
                    </a:lnTo>
                    <a:lnTo>
                      <a:pt x="76198" y="0"/>
                    </a:lnTo>
                    <a:close/>
                  </a:path>
                  <a:path w="114300" h="527050">
                    <a:moveTo>
                      <a:pt x="114299" y="412285"/>
                    </a:moveTo>
                    <a:lnTo>
                      <a:pt x="76199" y="412285"/>
                    </a:lnTo>
                    <a:lnTo>
                      <a:pt x="76200" y="431335"/>
                    </a:lnTo>
                    <a:lnTo>
                      <a:pt x="104774" y="431335"/>
                    </a:lnTo>
                    <a:lnTo>
                      <a:pt x="114299" y="41228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56" name="object 15"/>
            <p:cNvGrpSpPr/>
            <p:nvPr/>
          </p:nvGrpSpPr>
          <p:grpSpPr>
            <a:xfrm>
              <a:off x="5970" y="4216"/>
              <a:ext cx="715" cy="1579"/>
              <a:chOff x="3790872" y="2677415"/>
              <a:chExt cx="454025" cy="1002665"/>
            </a:xfrm>
          </p:grpSpPr>
          <p:sp>
            <p:nvSpPr>
              <p:cNvPr id="57" name="object 16"/>
              <p:cNvSpPr/>
              <p:nvPr/>
            </p:nvSpPr>
            <p:spPr>
              <a:xfrm>
                <a:off x="3809922" y="3210512"/>
                <a:ext cx="4159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5925" h="450214">
                    <a:moveTo>
                      <a:pt x="415749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415749" y="450000"/>
                    </a:lnTo>
                    <a:lnTo>
                      <a:pt x="415749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8" name="object 17"/>
              <p:cNvSpPr/>
              <p:nvPr/>
            </p:nvSpPr>
            <p:spPr>
              <a:xfrm>
                <a:off x="3809922" y="3210512"/>
                <a:ext cx="4159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5925" h="450214">
                    <a:moveTo>
                      <a:pt x="0" y="0"/>
                    </a:moveTo>
                    <a:lnTo>
                      <a:pt x="415750" y="0"/>
                    </a:lnTo>
                    <a:lnTo>
                      <a:pt x="41575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9" name="object 18"/>
              <p:cNvSpPr/>
              <p:nvPr/>
            </p:nvSpPr>
            <p:spPr>
              <a:xfrm>
                <a:off x="3960648" y="2677415"/>
                <a:ext cx="1143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33400">
                    <a:moveTo>
                      <a:pt x="38099" y="418797"/>
                    </a:moveTo>
                    <a:lnTo>
                      <a:pt x="0" y="418797"/>
                    </a:lnTo>
                    <a:lnTo>
                      <a:pt x="57150" y="533097"/>
                    </a:lnTo>
                    <a:lnTo>
                      <a:pt x="104775" y="437847"/>
                    </a:lnTo>
                    <a:lnTo>
                      <a:pt x="38100" y="437847"/>
                    </a:lnTo>
                    <a:lnTo>
                      <a:pt x="38099" y="418797"/>
                    </a:lnTo>
                    <a:close/>
                  </a:path>
                  <a:path w="114300" h="533400">
                    <a:moveTo>
                      <a:pt x="76198" y="0"/>
                    </a:moveTo>
                    <a:lnTo>
                      <a:pt x="38098" y="0"/>
                    </a:lnTo>
                    <a:lnTo>
                      <a:pt x="38100" y="437847"/>
                    </a:lnTo>
                    <a:lnTo>
                      <a:pt x="76200" y="437847"/>
                    </a:lnTo>
                    <a:lnTo>
                      <a:pt x="76198" y="0"/>
                    </a:lnTo>
                    <a:close/>
                  </a:path>
                  <a:path w="114300" h="533400">
                    <a:moveTo>
                      <a:pt x="114300" y="418797"/>
                    </a:moveTo>
                    <a:lnTo>
                      <a:pt x="76199" y="418797"/>
                    </a:lnTo>
                    <a:lnTo>
                      <a:pt x="76200" y="437847"/>
                    </a:lnTo>
                    <a:lnTo>
                      <a:pt x="104775" y="437847"/>
                    </a:lnTo>
                    <a:lnTo>
                      <a:pt x="114300" y="41879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60" name="object 19"/>
            <p:cNvGrpSpPr/>
            <p:nvPr/>
          </p:nvGrpSpPr>
          <p:grpSpPr>
            <a:xfrm>
              <a:off x="7455" y="4216"/>
              <a:ext cx="1374" cy="1579"/>
              <a:chOff x="4734006" y="2677415"/>
              <a:chExt cx="872490" cy="1002665"/>
            </a:xfrm>
          </p:grpSpPr>
          <p:sp>
            <p:nvSpPr>
              <p:cNvPr id="61" name="object 20"/>
              <p:cNvSpPr/>
              <p:nvPr/>
            </p:nvSpPr>
            <p:spPr>
              <a:xfrm>
                <a:off x="4753056" y="3210512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83431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834315" y="450000"/>
                    </a:lnTo>
                    <a:lnTo>
                      <a:pt x="834315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2" name="object 21"/>
              <p:cNvSpPr/>
              <p:nvPr/>
            </p:nvSpPr>
            <p:spPr>
              <a:xfrm>
                <a:off x="4753056" y="3210512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0" y="0"/>
                    </a:moveTo>
                    <a:lnTo>
                      <a:pt x="834315" y="0"/>
                    </a:lnTo>
                    <a:lnTo>
                      <a:pt x="83431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3" name="object 22"/>
              <p:cNvSpPr/>
              <p:nvPr/>
            </p:nvSpPr>
            <p:spPr>
              <a:xfrm>
                <a:off x="5113065" y="2677415"/>
                <a:ext cx="1143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33400">
                    <a:moveTo>
                      <a:pt x="38099" y="418797"/>
                    </a:moveTo>
                    <a:lnTo>
                      <a:pt x="0" y="418797"/>
                    </a:lnTo>
                    <a:lnTo>
                      <a:pt x="57150" y="533097"/>
                    </a:lnTo>
                    <a:lnTo>
                      <a:pt x="104775" y="437847"/>
                    </a:lnTo>
                    <a:lnTo>
                      <a:pt x="38100" y="437847"/>
                    </a:lnTo>
                    <a:lnTo>
                      <a:pt x="38099" y="418797"/>
                    </a:lnTo>
                    <a:close/>
                  </a:path>
                  <a:path w="114300" h="533400">
                    <a:moveTo>
                      <a:pt x="76198" y="0"/>
                    </a:moveTo>
                    <a:lnTo>
                      <a:pt x="38098" y="0"/>
                    </a:lnTo>
                    <a:lnTo>
                      <a:pt x="38100" y="437847"/>
                    </a:lnTo>
                    <a:lnTo>
                      <a:pt x="76200" y="437847"/>
                    </a:lnTo>
                    <a:lnTo>
                      <a:pt x="76198" y="0"/>
                    </a:lnTo>
                    <a:close/>
                  </a:path>
                  <a:path w="114300" h="533400">
                    <a:moveTo>
                      <a:pt x="114300" y="418797"/>
                    </a:moveTo>
                    <a:lnTo>
                      <a:pt x="76199" y="418797"/>
                    </a:lnTo>
                    <a:lnTo>
                      <a:pt x="76200" y="437847"/>
                    </a:lnTo>
                    <a:lnTo>
                      <a:pt x="104775" y="437847"/>
                    </a:lnTo>
                    <a:lnTo>
                      <a:pt x="114300" y="41879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64" name="object 23"/>
            <p:cNvGrpSpPr/>
            <p:nvPr/>
          </p:nvGrpSpPr>
          <p:grpSpPr>
            <a:xfrm>
              <a:off x="1148" y="2240"/>
              <a:ext cx="7145" cy="1374"/>
              <a:chOff x="729108" y="1422430"/>
              <a:chExt cx="4537075" cy="872490"/>
            </a:xfrm>
          </p:grpSpPr>
          <p:sp>
            <p:nvSpPr>
              <p:cNvPr id="65" name="object 24"/>
              <p:cNvSpPr/>
              <p:nvPr/>
            </p:nvSpPr>
            <p:spPr>
              <a:xfrm>
                <a:off x="752331" y="1660875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4493364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4493364" y="450000"/>
                    </a:lnTo>
                    <a:lnTo>
                      <a:pt x="4493364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6" name="object 25"/>
              <p:cNvSpPr/>
              <p:nvPr/>
            </p:nvSpPr>
            <p:spPr>
              <a:xfrm>
                <a:off x="752331" y="1660875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0" y="0"/>
                    </a:moveTo>
                    <a:lnTo>
                      <a:pt x="4493365" y="0"/>
                    </a:lnTo>
                    <a:lnTo>
                      <a:pt x="449336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7" name="object 26"/>
              <p:cNvSpPr/>
              <p:nvPr/>
            </p:nvSpPr>
            <p:spPr>
              <a:xfrm>
                <a:off x="1652332" y="1422430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8" name="object 27"/>
              <p:cNvSpPr/>
              <p:nvPr/>
            </p:nvSpPr>
            <p:spPr>
              <a:xfrm>
                <a:off x="2544132" y="1422430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9" name="object 28"/>
              <p:cNvSpPr/>
              <p:nvPr/>
            </p:nvSpPr>
            <p:spPr>
              <a:xfrm>
                <a:off x="3448306" y="1422430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1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0" name="object 29"/>
              <p:cNvSpPr/>
              <p:nvPr/>
            </p:nvSpPr>
            <p:spPr>
              <a:xfrm>
                <a:off x="4344230" y="1422430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2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1" name="object 30"/>
              <p:cNvSpPr/>
              <p:nvPr/>
            </p:nvSpPr>
            <p:spPr>
              <a:xfrm>
                <a:off x="748158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450214">
                    <a:moveTo>
                      <a:pt x="90000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00000" y="450000"/>
                    </a:lnTo>
                    <a:lnTo>
                      <a:pt x="900000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2" name="object 31"/>
              <p:cNvSpPr/>
              <p:nvPr/>
            </p:nvSpPr>
            <p:spPr>
              <a:xfrm>
                <a:off x="748158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450214">
                    <a:moveTo>
                      <a:pt x="0" y="0"/>
                    </a:moveTo>
                    <a:lnTo>
                      <a:pt x="900000" y="0"/>
                    </a:lnTo>
                    <a:lnTo>
                      <a:pt x="90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3" name="object 32"/>
              <p:cNvSpPr/>
              <p:nvPr/>
            </p:nvSpPr>
            <p:spPr>
              <a:xfrm>
                <a:off x="1650319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450214">
                    <a:moveTo>
                      <a:pt x="90000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00000" y="450000"/>
                    </a:lnTo>
                    <a:lnTo>
                      <a:pt x="900000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4" name="object 33"/>
              <p:cNvSpPr/>
              <p:nvPr/>
            </p:nvSpPr>
            <p:spPr>
              <a:xfrm>
                <a:off x="1650319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450214">
                    <a:moveTo>
                      <a:pt x="0" y="0"/>
                    </a:moveTo>
                    <a:lnTo>
                      <a:pt x="900000" y="0"/>
                    </a:lnTo>
                    <a:lnTo>
                      <a:pt x="90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5" name="object 34"/>
              <p:cNvSpPr/>
              <p:nvPr/>
            </p:nvSpPr>
            <p:spPr>
              <a:xfrm>
                <a:off x="2544866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90000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00000" y="450000"/>
                    </a:lnTo>
                    <a:lnTo>
                      <a:pt x="900000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6" name="object 35"/>
              <p:cNvSpPr/>
              <p:nvPr/>
            </p:nvSpPr>
            <p:spPr>
              <a:xfrm>
                <a:off x="2544866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0" y="0"/>
                    </a:moveTo>
                    <a:lnTo>
                      <a:pt x="900000" y="0"/>
                    </a:lnTo>
                    <a:lnTo>
                      <a:pt x="90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7" name="object 36"/>
              <p:cNvSpPr/>
              <p:nvPr/>
            </p:nvSpPr>
            <p:spPr>
              <a:xfrm>
                <a:off x="3448471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90000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00000" y="450000"/>
                    </a:lnTo>
                    <a:lnTo>
                      <a:pt x="900000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8" name="object 37"/>
              <p:cNvSpPr/>
              <p:nvPr/>
            </p:nvSpPr>
            <p:spPr>
              <a:xfrm>
                <a:off x="3448471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0" y="0"/>
                    </a:moveTo>
                    <a:lnTo>
                      <a:pt x="900000" y="0"/>
                    </a:lnTo>
                    <a:lnTo>
                      <a:pt x="90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9" name="object 38"/>
              <p:cNvSpPr/>
              <p:nvPr/>
            </p:nvSpPr>
            <p:spPr>
              <a:xfrm>
                <a:off x="4347084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90000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00000" y="450000"/>
                    </a:lnTo>
                    <a:lnTo>
                      <a:pt x="900000" y="0"/>
                    </a:lnTo>
                    <a:close/>
                  </a:path>
                </a:pathLst>
              </a:custGeom>
              <a:solidFill>
                <a:srgbClr val="C5E0B4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0" name="object 39"/>
              <p:cNvSpPr/>
              <p:nvPr/>
            </p:nvSpPr>
            <p:spPr>
              <a:xfrm>
                <a:off x="4347084" y="1665019"/>
                <a:ext cx="9004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00429" h="450214">
                    <a:moveTo>
                      <a:pt x="0" y="0"/>
                    </a:moveTo>
                    <a:lnTo>
                      <a:pt x="900000" y="0"/>
                    </a:lnTo>
                    <a:lnTo>
                      <a:pt x="90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</p:grpSp>
      <p:sp>
        <p:nvSpPr>
          <p:cNvPr id="81" name="object 40"/>
          <p:cNvSpPr txBox="1"/>
          <p:nvPr/>
        </p:nvSpPr>
        <p:spPr>
          <a:xfrm>
            <a:off x="8315960" y="1863090"/>
            <a:ext cx="3082925" cy="36855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>
                <a:latin typeface="Calibri" panose="020F0502020204030204"/>
                <a:cs typeface="Calibri" panose="020F0502020204030204"/>
              </a:rPr>
              <a:t>定长输入压缩：</a:t>
            </a:r>
            <a:endParaRPr lang="zh-CN" altLang="en-US"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zh-CN" altLang="en-US" sz="360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划分为定长块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压缩每个块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>
                <a:latin typeface="Calibri" panose="020F0502020204030204"/>
                <a:cs typeface="Calibri" panose="020F0502020204030204"/>
              </a:rPr>
              <a:t>拼接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6375" y="95250"/>
            <a:ext cx="4074160" cy="7512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为何</a:t>
            </a:r>
            <a:r>
              <a:rPr lang="en-US" altLang="zh-CN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Squashfs </a:t>
            </a: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失效？</a:t>
            </a:r>
            <a:endParaRPr lang="zh-CN" altLang="en-US" sz="32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96580" y="1172210"/>
            <a:ext cx="3385185" cy="481266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6875" y="1505585"/>
            <a:ext cx="7143750" cy="352679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object 40"/>
          <p:cNvSpPr txBox="1"/>
          <p:nvPr/>
        </p:nvSpPr>
        <p:spPr>
          <a:xfrm>
            <a:off x="8315960" y="1863090"/>
            <a:ext cx="3082925" cy="36855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>
                <a:latin typeface="Calibri" panose="020F0502020204030204"/>
                <a:cs typeface="Calibri" panose="020F0502020204030204"/>
              </a:rPr>
              <a:t>定长输入压缩：</a:t>
            </a:r>
            <a:endParaRPr lang="zh-CN" altLang="en-US"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zh-CN" altLang="en-US" sz="360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划分为定长块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压缩每个块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  <a:p>
            <a:pPr marL="669925" indent="-342265">
              <a:lnSpc>
                <a:spcPct val="130000"/>
              </a:lnSpc>
              <a:buAutoNum type="arabicPeriod"/>
              <a:tabLst>
                <a:tab pos="669925" algn="l"/>
              </a:tabLst>
            </a:pPr>
            <a:r>
              <a:rPr lang="zh-CN" altLang="en-US" sz="2800">
                <a:latin typeface="Calibri" panose="020F0502020204030204"/>
                <a:cs typeface="Calibri" panose="020F0502020204030204"/>
              </a:rPr>
              <a:t>拼接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" name="object 3"/>
          <p:cNvGrpSpPr/>
          <p:nvPr/>
        </p:nvGrpSpPr>
        <p:grpSpPr>
          <a:xfrm>
            <a:off x="1431925" y="1777365"/>
            <a:ext cx="5361940" cy="3053715"/>
            <a:chOff x="733281" y="1792828"/>
            <a:chExt cx="4531995" cy="2672715"/>
          </a:xfrm>
        </p:grpSpPr>
        <p:sp>
          <p:nvSpPr>
            <p:cNvPr id="4" name="object 4"/>
            <p:cNvSpPr/>
            <p:nvPr/>
          </p:nvSpPr>
          <p:spPr>
            <a:xfrm>
              <a:off x="752331" y="2031273"/>
              <a:ext cx="4493895" cy="450215"/>
            </a:xfrm>
            <a:custGeom>
              <a:avLst/>
              <a:gdLst/>
              <a:ahLst/>
              <a:cxnLst/>
              <a:rect l="l" t="t" r="r" b="b"/>
              <a:pathLst>
                <a:path w="4493895" h="450214">
                  <a:moveTo>
                    <a:pt x="4493364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493364" y="450000"/>
                  </a:lnTo>
                  <a:lnTo>
                    <a:pt x="4493364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5"/>
            <p:cNvSpPr/>
            <p:nvPr/>
          </p:nvSpPr>
          <p:spPr>
            <a:xfrm>
              <a:off x="752331" y="2031273"/>
              <a:ext cx="4493895" cy="450215"/>
            </a:xfrm>
            <a:custGeom>
              <a:avLst/>
              <a:gdLst/>
              <a:ahLst/>
              <a:cxnLst/>
              <a:rect l="l" t="t" r="r" b="b"/>
              <a:pathLst>
                <a:path w="4493895" h="450214">
                  <a:moveTo>
                    <a:pt x="0" y="0"/>
                  </a:moveTo>
                  <a:lnTo>
                    <a:pt x="4493365" y="0"/>
                  </a:lnTo>
                  <a:lnTo>
                    <a:pt x="4493365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6"/>
            <p:cNvSpPr/>
            <p:nvPr/>
          </p:nvSpPr>
          <p:spPr>
            <a:xfrm>
              <a:off x="1652332" y="1792828"/>
              <a:ext cx="0" cy="837565"/>
            </a:xfrm>
            <a:custGeom>
              <a:avLst/>
              <a:gdLst/>
              <a:ahLst/>
              <a:cxnLst/>
              <a:rect l="l" t="t" r="r" b="b"/>
              <a:pathLst>
                <a:path h="837564">
                  <a:moveTo>
                    <a:pt x="0" y="0"/>
                  </a:moveTo>
                  <a:lnTo>
                    <a:pt x="1" y="83700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7"/>
            <p:cNvSpPr/>
            <p:nvPr/>
          </p:nvSpPr>
          <p:spPr>
            <a:xfrm>
              <a:off x="2544132" y="1792828"/>
              <a:ext cx="0" cy="837565"/>
            </a:xfrm>
            <a:custGeom>
              <a:avLst/>
              <a:gdLst/>
              <a:ahLst/>
              <a:cxnLst/>
              <a:rect l="l" t="t" r="r" b="b"/>
              <a:pathLst>
                <a:path h="837564">
                  <a:moveTo>
                    <a:pt x="0" y="0"/>
                  </a:moveTo>
                  <a:lnTo>
                    <a:pt x="1" y="83700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8"/>
            <p:cNvSpPr/>
            <p:nvPr/>
          </p:nvSpPr>
          <p:spPr>
            <a:xfrm>
              <a:off x="3448306" y="1792828"/>
              <a:ext cx="0" cy="872490"/>
            </a:xfrm>
            <a:custGeom>
              <a:avLst/>
              <a:gdLst/>
              <a:ahLst/>
              <a:cxnLst/>
              <a:rect l="l" t="t" r="r" b="b"/>
              <a:pathLst>
                <a:path h="872489">
                  <a:moveTo>
                    <a:pt x="0" y="0"/>
                  </a:moveTo>
                  <a:lnTo>
                    <a:pt x="1" y="87229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9"/>
            <p:cNvSpPr/>
            <p:nvPr/>
          </p:nvSpPr>
          <p:spPr>
            <a:xfrm>
              <a:off x="4344230" y="1792828"/>
              <a:ext cx="0" cy="872490"/>
            </a:xfrm>
            <a:custGeom>
              <a:avLst/>
              <a:gdLst/>
              <a:ahLst/>
              <a:cxnLst/>
              <a:rect l="l" t="t" r="r" b="b"/>
              <a:pathLst>
                <a:path h="872489">
                  <a:moveTo>
                    <a:pt x="0" y="0"/>
                  </a:moveTo>
                  <a:lnTo>
                    <a:pt x="1" y="87229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794655" y="3996163"/>
              <a:ext cx="717550" cy="450215"/>
            </a:xfrm>
            <a:custGeom>
              <a:avLst/>
              <a:gdLst/>
              <a:ahLst/>
              <a:cxnLst/>
              <a:rect l="l" t="t" r="r" b="b"/>
              <a:pathLst>
                <a:path w="717550" h="450214">
                  <a:moveTo>
                    <a:pt x="717535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717535" y="450000"/>
                  </a:lnTo>
                  <a:lnTo>
                    <a:pt x="717535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1"/>
            <p:cNvSpPr/>
            <p:nvPr/>
          </p:nvSpPr>
          <p:spPr>
            <a:xfrm>
              <a:off x="794655" y="3996163"/>
              <a:ext cx="717550" cy="450215"/>
            </a:xfrm>
            <a:custGeom>
              <a:avLst/>
              <a:gdLst/>
              <a:ahLst/>
              <a:cxnLst/>
              <a:rect l="l" t="t" r="r" b="b"/>
              <a:pathLst>
                <a:path w="717550" h="450214">
                  <a:moveTo>
                    <a:pt x="0" y="0"/>
                  </a:moveTo>
                  <a:lnTo>
                    <a:pt x="717536" y="0"/>
                  </a:lnTo>
                  <a:lnTo>
                    <a:pt x="717536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2"/>
            <p:cNvSpPr/>
            <p:nvPr/>
          </p:nvSpPr>
          <p:spPr>
            <a:xfrm>
              <a:off x="1512902" y="3996163"/>
              <a:ext cx="379730" cy="450215"/>
            </a:xfrm>
            <a:custGeom>
              <a:avLst/>
              <a:gdLst/>
              <a:ahLst/>
              <a:cxnLst/>
              <a:rect l="l" t="t" r="r" b="b"/>
              <a:pathLst>
                <a:path w="379730" h="450214">
                  <a:moveTo>
                    <a:pt x="379216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379216" y="450000"/>
                  </a:lnTo>
                  <a:lnTo>
                    <a:pt x="37921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1512902" y="3996163"/>
              <a:ext cx="379730" cy="450215"/>
            </a:xfrm>
            <a:custGeom>
              <a:avLst/>
              <a:gdLst/>
              <a:ahLst/>
              <a:cxnLst/>
              <a:rect l="l" t="t" r="r" b="b"/>
              <a:pathLst>
                <a:path w="379730" h="450214">
                  <a:moveTo>
                    <a:pt x="0" y="0"/>
                  </a:moveTo>
                  <a:lnTo>
                    <a:pt x="379217" y="0"/>
                  </a:lnTo>
                  <a:lnTo>
                    <a:pt x="379217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4"/>
            <p:cNvSpPr/>
            <p:nvPr/>
          </p:nvSpPr>
          <p:spPr>
            <a:xfrm>
              <a:off x="1886992" y="3996163"/>
              <a:ext cx="628015" cy="450215"/>
            </a:xfrm>
            <a:custGeom>
              <a:avLst/>
              <a:gdLst/>
              <a:ahLst/>
              <a:cxnLst/>
              <a:rect l="l" t="t" r="r" b="b"/>
              <a:pathLst>
                <a:path w="628014" h="450214">
                  <a:moveTo>
                    <a:pt x="62797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627970" y="450000"/>
                  </a:lnTo>
                  <a:lnTo>
                    <a:pt x="62797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5"/>
            <p:cNvSpPr/>
            <p:nvPr/>
          </p:nvSpPr>
          <p:spPr>
            <a:xfrm>
              <a:off x="1886992" y="3996163"/>
              <a:ext cx="628015" cy="450215"/>
            </a:xfrm>
            <a:custGeom>
              <a:avLst/>
              <a:gdLst/>
              <a:ahLst/>
              <a:cxnLst/>
              <a:rect l="l" t="t" r="r" b="b"/>
              <a:pathLst>
                <a:path w="628014" h="450214">
                  <a:moveTo>
                    <a:pt x="0" y="0"/>
                  </a:moveTo>
                  <a:lnTo>
                    <a:pt x="627971" y="0"/>
                  </a:lnTo>
                  <a:lnTo>
                    <a:pt x="627971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2514964" y="3996163"/>
              <a:ext cx="415925" cy="450215"/>
            </a:xfrm>
            <a:custGeom>
              <a:avLst/>
              <a:gdLst/>
              <a:ahLst/>
              <a:cxnLst/>
              <a:rect l="l" t="t" r="r" b="b"/>
              <a:pathLst>
                <a:path w="415925" h="450214">
                  <a:moveTo>
                    <a:pt x="0" y="0"/>
                  </a:moveTo>
                  <a:lnTo>
                    <a:pt x="415750" y="0"/>
                  </a:lnTo>
                  <a:lnTo>
                    <a:pt x="41575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7"/>
            <p:cNvSpPr/>
            <p:nvPr/>
          </p:nvSpPr>
          <p:spPr>
            <a:xfrm>
              <a:off x="2929407" y="3996163"/>
              <a:ext cx="834390" cy="450215"/>
            </a:xfrm>
            <a:custGeom>
              <a:avLst/>
              <a:gdLst/>
              <a:ahLst/>
              <a:cxnLst/>
              <a:rect l="l" t="t" r="r" b="b"/>
              <a:pathLst>
                <a:path w="834389" h="450214">
                  <a:moveTo>
                    <a:pt x="834315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834315" y="450000"/>
                  </a:lnTo>
                  <a:lnTo>
                    <a:pt x="834315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8"/>
            <p:cNvSpPr/>
            <p:nvPr/>
          </p:nvSpPr>
          <p:spPr>
            <a:xfrm>
              <a:off x="2929407" y="3996163"/>
              <a:ext cx="834390" cy="450215"/>
            </a:xfrm>
            <a:custGeom>
              <a:avLst/>
              <a:gdLst/>
              <a:ahLst/>
              <a:cxnLst/>
              <a:rect l="l" t="t" r="r" b="b"/>
              <a:pathLst>
                <a:path w="834389" h="450214">
                  <a:moveTo>
                    <a:pt x="0" y="0"/>
                  </a:moveTo>
                  <a:lnTo>
                    <a:pt x="834315" y="0"/>
                  </a:lnTo>
                  <a:lnTo>
                    <a:pt x="834315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9"/>
            <p:cNvSpPr/>
            <p:nvPr/>
          </p:nvSpPr>
          <p:spPr>
            <a:xfrm>
              <a:off x="1096264" y="2468346"/>
              <a:ext cx="3665220" cy="1528445"/>
            </a:xfrm>
            <a:custGeom>
              <a:avLst/>
              <a:gdLst/>
              <a:ahLst/>
              <a:cxnLst/>
              <a:rect l="l" t="t" r="r" b="b"/>
              <a:pathLst>
                <a:path w="3665220" h="1528445">
                  <a:moveTo>
                    <a:pt x="76200" y="1079728"/>
                  </a:moveTo>
                  <a:lnTo>
                    <a:pt x="38100" y="1079728"/>
                  </a:lnTo>
                  <a:lnTo>
                    <a:pt x="38100" y="1232128"/>
                  </a:lnTo>
                  <a:lnTo>
                    <a:pt x="76200" y="1232128"/>
                  </a:lnTo>
                  <a:lnTo>
                    <a:pt x="76200" y="1079728"/>
                  </a:lnTo>
                  <a:close/>
                </a:path>
                <a:path w="3665220" h="1528445">
                  <a:moveTo>
                    <a:pt x="76200" y="813028"/>
                  </a:moveTo>
                  <a:lnTo>
                    <a:pt x="38100" y="813028"/>
                  </a:lnTo>
                  <a:lnTo>
                    <a:pt x="38100" y="965428"/>
                  </a:lnTo>
                  <a:lnTo>
                    <a:pt x="76200" y="965428"/>
                  </a:lnTo>
                  <a:lnTo>
                    <a:pt x="76200" y="813028"/>
                  </a:lnTo>
                  <a:close/>
                </a:path>
                <a:path w="3665220" h="1528445">
                  <a:moveTo>
                    <a:pt x="76200" y="546328"/>
                  </a:moveTo>
                  <a:lnTo>
                    <a:pt x="38100" y="546328"/>
                  </a:lnTo>
                  <a:lnTo>
                    <a:pt x="38100" y="698728"/>
                  </a:lnTo>
                  <a:lnTo>
                    <a:pt x="76200" y="698728"/>
                  </a:lnTo>
                  <a:lnTo>
                    <a:pt x="76200" y="546328"/>
                  </a:lnTo>
                  <a:close/>
                </a:path>
                <a:path w="3665220" h="1528445">
                  <a:moveTo>
                    <a:pt x="76200" y="279628"/>
                  </a:moveTo>
                  <a:lnTo>
                    <a:pt x="38100" y="279628"/>
                  </a:lnTo>
                  <a:lnTo>
                    <a:pt x="38100" y="432028"/>
                  </a:lnTo>
                  <a:lnTo>
                    <a:pt x="76200" y="432028"/>
                  </a:lnTo>
                  <a:lnTo>
                    <a:pt x="76200" y="279628"/>
                  </a:lnTo>
                  <a:close/>
                </a:path>
                <a:path w="3665220" h="1528445">
                  <a:moveTo>
                    <a:pt x="76200" y="12928"/>
                  </a:moveTo>
                  <a:lnTo>
                    <a:pt x="38100" y="12928"/>
                  </a:lnTo>
                  <a:lnTo>
                    <a:pt x="38100" y="165328"/>
                  </a:lnTo>
                  <a:lnTo>
                    <a:pt x="76200" y="165328"/>
                  </a:lnTo>
                  <a:lnTo>
                    <a:pt x="76200" y="12928"/>
                  </a:lnTo>
                  <a:close/>
                </a:path>
                <a:path w="3665220" h="1528445">
                  <a:moveTo>
                    <a:pt x="114300" y="1413522"/>
                  </a:moveTo>
                  <a:lnTo>
                    <a:pt x="76200" y="1413522"/>
                  </a:lnTo>
                  <a:lnTo>
                    <a:pt x="76200" y="1346428"/>
                  </a:lnTo>
                  <a:lnTo>
                    <a:pt x="38100" y="1346428"/>
                  </a:lnTo>
                  <a:lnTo>
                    <a:pt x="38100" y="1413522"/>
                  </a:lnTo>
                  <a:lnTo>
                    <a:pt x="0" y="1413522"/>
                  </a:lnTo>
                  <a:lnTo>
                    <a:pt x="57150" y="1527822"/>
                  </a:lnTo>
                  <a:lnTo>
                    <a:pt x="104775" y="1432572"/>
                  </a:lnTo>
                  <a:lnTo>
                    <a:pt x="114300" y="1413522"/>
                  </a:lnTo>
                  <a:close/>
                </a:path>
                <a:path w="3665220" h="1528445">
                  <a:moveTo>
                    <a:pt x="688835" y="1430312"/>
                  </a:moveTo>
                  <a:lnTo>
                    <a:pt x="651827" y="1421282"/>
                  </a:lnTo>
                  <a:lnTo>
                    <a:pt x="678230" y="1312989"/>
                  </a:lnTo>
                  <a:lnTo>
                    <a:pt x="641210" y="1303972"/>
                  </a:lnTo>
                  <a:lnTo>
                    <a:pt x="614807" y="1412265"/>
                  </a:lnTo>
                  <a:lnTo>
                    <a:pt x="577799" y="1403235"/>
                  </a:lnTo>
                  <a:lnTo>
                    <a:pt x="606247" y="1527822"/>
                  </a:lnTo>
                  <a:lnTo>
                    <a:pt x="680808" y="1439799"/>
                  </a:lnTo>
                  <a:lnTo>
                    <a:pt x="688835" y="1430312"/>
                  </a:lnTo>
                  <a:close/>
                </a:path>
                <a:path w="3665220" h="1528445">
                  <a:moveTo>
                    <a:pt x="741400" y="1053884"/>
                  </a:moveTo>
                  <a:lnTo>
                    <a:pt x="704392" y="1044854"/>
                  </a:lnTo>
                  <a:lnTo>
                    <a:pt x="668286" y="1192923"/>
                  </a:lnTo>
                  <a:lnTo>
                    <a:pt x="705307" y="1201940"/>
                  </a:lnTo>
                  <a:lnTo>
                    <a:pt x="741400" y="1053884"/>
                  </a:lnTo>
                  <a:close/>
                </a:path>
                <a:path w="3665220" h="1528445">
                  <a:moveTo>
                    <a:pt x="804583" y="794778"/>
                  </a:moveTo>
                  <a:lnTo>
                    <a:pt x="767562" y="785749"/>
                  </a:lnTo>
                  <a:lnTo>
                    <a:pt x="731469" y="933805"/>
                  </a:lnTo>
                  <a:lnTo>
                    <a:pt x="768477" y="942835"/>
                  </a:lnTo>
                  <a:lnTo>
                    <a:pt x="804583" y="794778"/>
                  </a:lnTo>
                  <a:close/>
                </a:path>
                <a:path w="3665220" h="1528445">
                  <a:moveTo>
                    <a:pt x="867752" y="535660"/>
                  </a:moveTo>
                  <a:lnTo>
                    <a:pt x="830745" y="526643"/>
                  </a:lnTo>
                  <a:lnTo>
                    <a:pt x="794639" y="674700"/>
                  </a:lnTo>
                  <a:lnTo>
                    <a:pt x="831659" y="683729"/>
                  </a:lnTo>
                  <a:lnTo>
                    <a:pt x="867752" y="535660"/>
                  </a:lnTo>
                  <a:close/>
                </a:path>
                <a:path w="3665220" h="1528445">
                  <a:moveTo>
                    <a:pt x="930935" y="276555"/>
                  </a:moveTo>
                  <a:lnTo>
                    <a:pt x="893914" y="267525"/>
                  </a:lnTo>
                  <a:lnTo>
                    <a:pt x="857808" y="415594"/>
                  </a:lnTo>
                  <a:lnTo>
                    <a:pt x="894829" y="424611"/>
                  </a:lnTo>
                  <a:lnTo>
                    <a:pt x="930935" y="276555"/>
                  </a:lnTo>
                  <a:close/>
                </a:path>
                <a:path w="3665220" h="1528445">
                  <a:moveTo>
                    <a:pt x="994105" y="17449"/>
                  </a:moveTo>
                  <a:lnTo>
                    <a:pt x="957084" y="8420"/>
                  </a:lnTo>
                  <a:lnTo>
                    <a:pt x="920991" y="156489"/>
                  </a:lnTo>
                  <a:lnTo>
                    <a:pt x="958011" y="165506"/>
                  </a:lnTo>
                  <a:lnTo>
                    <a:pt x="994105" y="17449"/>
                  </a:lnTo>
                  <a:close/>
                </a:path>
                <a:path w="3665220" h="1528445">
                  <a:moveTo>
                    <a:pt x="1208544" y="1453337"/>
                  </a:moveTo>
                  <a:lnTo>
                    <a:pt x="1206830" y="1452435"/>
                  </a:lnTo>
                  <a:lnTo>
                    <a:pt x="1144930" y="1419821"/>
                  </a:lnTo>
                  <a:lnTo>
                    <a:pt x="1107414" y="1400060"/>
                  </a:lnTo>
                  <a:lnTo>
                    <a:pt x="1104709" y="1527822"/>
                  </a:lnTo>
                  <a:lnTo>
                    <a:pt x="1208544" y="1453337"/>
                  </a:lnTo>
                  <a:close/>
                </a:path>
                <a:path w="3665220" h="1528445">
                  <a:moveTo>
                    <a:pt x="1298079" y="1201623"/>
                  </a:moveTo>
                  <a:lnTo>
                    <a:pt x="1264373" y="1183855"/>
                  </a:lnTo>
                  <a:lnTo>
                    <a:pt x="1193342" y="1318691"/>
                  </a:lnTo>
                  <a:lnTo>
                    <a:pt x="1227048" y="1336446"/>
                  </a:lnTo>
                  <a:lnTo>
                    <a:pt x="1298079" y="1201623"/>
                  </a:lnTo>
                  <a:close/>
                </a:path>
                <a:path w="3665220" h="1528445">
                  <a:moveTo>
                    <a:pt x="1422387" y="965657"/>
                  </a:moveTo>
                  <a:lnTo>
                    <a:pt x="1388681" y="947902"/>
                  </a:lnTo>
                  <a:lnTo>
                    <a:pt x="1317650" y="1082738"/>
                  </a:lnTo>
                  <a:lnTo>
                    <a:pt x="1351356" y="1100493"/>
                  </a:lnTo>
                  <a:lnTo>
                    <a:pt x="1422387" y="965657"/>
                  </a:lnTo>
                  <a:close/>
                </a:path>
                <a:path w="3665220" h="1528445">
                  <a:moveTo>
                    <a:pt x="1546694" y="729691"/>
                  </a:moveTo>
                  <a:lnTo>
                    <a:pt x="1512976" y="711936"/>
                  </a:lnTo>
                  <a:lnTo>
                    <a:pt x="1441945" y="846772"/>
                  </a:lnTo>
                  <a:lnTo>
                    <a:pt x="1475663" y="864527"/>
                  </a:lnTo>
                  <a:lnTo>
                    <a:pt x="1546694" y="729691"/>
                  </a:lnTo>
                  <a:close/>
                </a:path>
                <a:path w="3665220" h="1528445">
                  <a:moveTo>
                    <a:pt x="1670989" y="493737"/>
                  </a:moveTo>
                  <a:lnTo>
                    <a:pt x="1637284" y="475970"/>
                  </a:lnTo>
                  <a:lnTo>
                    <a:pt x="1566252" y="610806"/>
                  </a:lnTo>
                  <a:lnTo>
                    <a:pt x="1599958" y="628573"/>
                  </a:lnTo>
                  <a:lnTo>
                    <a:pt x="1670989" y="493737"/>
                  </a:lnTo>
                  <a:close/>
                </a:path>
                <a:path w="3665220" h="1528445">
                  <a:moveTo>
                    <a:pt x="1741817" y="1472615"/>
                  </a:moveTo>
                  <a:lnTo>
                    <a:pt x="1651558" y="1402499"/>
                  </a:lnTo>
                  <a:lnTo>
                    <a:pt x="1626565" y="1527822"/>
                  </a:lnTo>
                  <a:lnTo>
                    <a:pt x="1741817" y="1472615"/>
                  </a:lnTo>
                  <a:close/>
                </a:path>
                <a:path w="3665220" h="1528445">
                  <a:moveTo>
                    <a:pt x="1795297" y="257771"/>
                  </a:moveTo>
                  <a:lnTo>
                    <a:pt x="1761591" y="240017"/>
                  </a:lnTo>
                  <a:lnTo>
                    <a:pt x="1690560" y="374853"/>
                  </a:lnTo>
                  <a:lnTo>
                    <a:pt x="1724266" y="392607"/>
                  </a:lnTo>
                  <a:lnTo>
                    <a:pt x="1795297" y="257771"/>
                  </a:lnTo>
                  <a:close/>
                </a:path>
                <a:path w="3665220" h="1528445">
                  <a:moveTo>
                    <a:pt x="1833486" y="1292491"/>
                  </a:moveTo>
                  <a:lnTo>
                    <a:pt x="1803400" y="1269123"/>
                  </a:lnTo>
                  <a:lnTo>
                    <a:pt x="1709902" y="1389481"/>
                  </a:lnTo>
                  <a:lnTo>
                    <a:pt x="1740001" y="1412849"/>
                  </a:lnTo>
                  <a:lnTo>
                    <a:pt x="1833486" y="1292491"/>
                  </a:lnTo>
                  <a:close/>
                </a:path>
                <a:path w="3665220" h="1528445">
                  <a:moveTo>
                    <a:pt x="1919605" y="21805"/>
                  </a:moveTo>
                  <a:lnTo>
                    <a:pt x="1885886" y="4051"/>
                  </a:lnTo>
                  <a:lnTo>
                    <a:pt x="1814855" y="138887"/>
                  </a:lnTo>
                  <a:lnTo>
                    <a:pt x="1848573" y="156641"/>
                  </a:lnTo>
                  <a:lnTo>
                    <a:pt x="1919605" y="21805"/>
                  </a:lnTo>
                  <a:close/>
                </a:path>
                <a:path w="3665220" h="1528445">
                  <a:moveTo>
                    <a:pt x="1997087" y="1081874"/>
                  </a:moveTo>
                  <a:lnTo>
                    <a:pt x="1967001" y="1058506"/>
                  </a:lnTo>
                  <a:lnTo>
                    <a:pt x="1873516" y="1178864"/>
                  </a:lnTo>
                  <a:lnTo>
                    <a:pt x="1903603" y="1202232"/>
                  </a:lnTo>
                  <a:lnTo>
                    <a:pt x="1997087" y="1081874"/>
                  </a:lnTo>
                  <a:close/>
                </a:path>
                <a:path w="3665220" h="1528445">
                  <a:moveTo>
                    <a:pt x="2160701" y="871258"/>
                  </a:moveTo>
                  <a:lnTo>
                    <a:pt x="2130615" y="847877"/>
                  </a:lnTo>
                  <a:lnTo>
                    <a:pt x="2037118" y="968235"/>
                  </a:lnTo>
                  <a:lnTo>
                    <a:pt x="2067204" y="991603"/>
                  </a:lnTo>
                  <a:lnTo>
                    <a:pt x="2160701" y="871258"/>
                  </a:lnTo>
                  <a:close/>
                </a:path>
                <a:path w="3665220" h="1528445">
                  <a:moveTo>
                    <a:pt x="2324303" y="660628"/>
                  </a:moveTo>
                  <a:lnTo>
                    <a:pt x="2294217" y="637260"/>
                  </a:lnTo>
                  <a:lnTo>
                    <a:pt x="2200732" y="757618"/>
                  </a:lnTo>
                  <a:lnTo>
                    <a:pt x="2230818" y="780986"/>
                  </a:lnTo>
                  <a:lnTo>
                    <a:pt x="2324303" y="660628"/>
                  </a:lnTo>
                  <a:close/>
                </a:path>
                <a:path w="3665220" h="1528445">
                  <a:moveTo>
                    <a:pt x="2397620" y="1396555"/>
                  </a:moveTo>
                  <a:lnTo>
                    <a:pt x="2369655" y="1370685"/>
                  </a:lnTo>
                  <a:lnTo>
                    <a:pt x="2313914" y="1430972"/>
                  </a:lnTo>
                  <a:lnTo>
                    <a:pt x="2285936" y="1405102"/>
                  </a:lnTo>
                  <a:lnTo>
                    <a:pt x="2250300" y="1527822"/>
                  </a:lnTo>
                  <a:lnTo>
                    <a:pt x="2369858" y="1482699"/>
                  </a:lnTo>
                  <a:lnTo>
                    <a:pt x="2357005" y="1470825"/>
                  </a:lnTo>
                  <a:lnTo>
                    <a:pt x="2341880" y="1456842"/>
                  </a:lnTo>
                  <a:lnTo>
                    <a:pt x="2397620" y="1396555"/>
                  </a:lnTo>
                  <a:close/>
                </a:path>
                <a:path w="3665220" h="1528445">
                  <a:moveTo>
                    <a:pt x="2487917" y="450011"/>
                  </a:moveTo>
                  <a:lnTo>
                    <a:pt x="2457818" y="426631"/>
                  </a:lnTo>
                  <a:lnTo>
                    <a:pt x="2364333" y="546989"/>
                  </a:lnTo>
                  <a:lnTo>
                    <a:pt x="2394420" y="570369"/>
                  </a:lnTo>
                  <a:lnTo>
                    <a:pt x="2487917" y="450011"/>
                  </a:lnTo>
                  <a:close/>
                </a:path>
                <a:path w="3665220" h="1528445">
                  <a:moveTo>
                    <a:pt x="2578697" y="1200746"/>
                  </a:moveTo>
                  <a:lnTo>
                    <a:pt x="2550718" y="1174877"/>
                  </a:lnTo>
                  <a:lnTo>
                    <a:pt x="2447252" y="1286776"/>
                  </a:lnTo>
                  <a:lnTo>
                    <a:pt x="2475230" y="1312633"/>
                  </a:lnTo>
                  <a:lnTo>
                    <a:pt x="2578697" y="1200746"/>
                  </a:lnTo>
                  <a:close/>
                </a:path>
                <a:path w="3665220" h="1528445">
                  <a:moveTo>
                    <a:pt x="2651518" y="239382"/>
                  </a:moveTo>
                  <a:lnTo>
                    <a:pt x="2621432" y="216014"/>
                  </a:lnTo>
                  <a:lnTo>
                    <a:pt x="2527935" y="336372"/>
                  </a:lnTo>
                  <a:lnTo>
                    <a:pt x="2558034" y="359740"/>
                  </a:lnTo>
                  <a:lnTo>
                    <a:pt x="2651518" y="239382"/>
                  </a:lnTo>
                  <a:close/>
                </a:path>
                <a:path w="3665220" h="1528445">
                  <a:moveTo>
                    <a:pt x="2759760" y="1004925"/>
                  </a:moveTo>
                  <a:lnTo>
                    <a:pt x="2731795" y="979068"/>
                  </a:lnTo>
                  <a:lnTo>
                    <a:pt x="2628315" y="1090955"/>
                  </a:lnTo>
                  <a:lnTo>
                    <a:pt x="2656294" y="1116825"/>
                  </a:lnTo>
                  <a:lnTo>
                    <a:pt x="2759760" y="1004925"/>
                  </a:lnTo>
                  <a:close/>
                </a:path>
                <a:path w="3665220" h="1528445">
                  <a:moveTo>
                    <a:pt x="2815120" y="28765"/>
                  </a:moveTo>
                  <a:lnTo>
                    <a:pt x="2785033" y="5384"/>
                  </a:lnTo>
                  <a:lnTo>
                    <a:pt x="2691549" y="125742"/>
                  </a:lnTo>
                  <a:lnTo>
                    <a:pt x="2721635" y="149123"/>
                  </a:lnTo>
                  <a:lnTo>
                    <a:pt x="2815120" y="28765"/>
                  </a:lnTo>
                  <a:close/>
                </a:path>
                <a:path w="3665220" h="1528445">
                  <a:moveTo>
                    <a:pt x="2940837" y="809117"/>
                  </a:moveTo>
                  <a:lnTo>
                    <a:pt x="2912859" y="783247"/>
                  </a:lnTo>
                  <a:lnTo>
                    <a:pt x="2809392" y="895146"/>
                  </a:lnTo>
                  <a:lnTo>
                    <a:pt x="2837357" y="921016"/>
                  </a:lnTo>
                  <a:lnTo>
                    <a:pt x="2940837" y="809117"/>
                  </a:lnTo>
                  <a:close/>
                </a:path>
                <a:path w="3665220" h="1528445">
                  <a:moveTo>
                    <a:pt x="3121901" y="613308"/>
                  </a:moveTo>
                  <a:lnTo>
                    <a:pt x="3093923" y="587438"/>
                  </a:lnTo>
                  <a:lnTo>
                    <a:pt x="2990456" y="699325"/>
                  </a:lnTo>
                  <a:lnTo>
                    <a:pt x="3018434" y="725195"/>
                  </a:lnTo>
                  <a:lnTo>
                    <a:pt x="3121901" y="613308"/>
                  </a:lnTo>
                  <a:close/>
                </a:path>
                <a:path w="3665220" h="1528445">
                  <a:moveTo>
                    <a:pt x="3302965" y="417487"/>
                  </a:moveTo>
                  <a:lnTo>
                    <a:pt x="3274999" y="391629"/>
                  </a:lnTo>
                  <a:lnTo>
                    <a:pt x="3171533" y="503516"/>
                  </a:lnTo>
                  <a:lnTo>
                    <a:pt x="3199498" y="529386"/>
                  </a:lnTo>
                  <a:lnTo>
                    <a:pt x="3302965" y="417487"/>
                  </a:lnTo>
                  <a:close/>
                </a:path>
                <a:path w="3665220" h="1528445">
                  <a:moveTo>
                    <a:pt x="3484041" y="221678"/>
                  </a:moveTo>
                  <a:lnTo>
                    <a:pt x="3456063" y="195808"/>
                  </a:lnTo>
                  <a:lnTo>
                    <a:pt x="3352596" y="307708"/>
                  </a:lnTo>
                  <a:lnTo>
                    <a:pt x="3380575" y="333578"/>
                  </a:lnTo>
                  <a:lnTo>
                    <a:pt x="3484041" y="221678"/>
                  </a:lnTo>
                  <a:close/>
                </a:path>
                <a:path w="3665220" h="1528445">
                  <a:moveTo>
                    <a:pt x="3665105" y="25869"/>
                  </a:moveTo>
                  <a:lnTo>
                    <a:pt x="3637140" y="0"/>
                  </a:lnTo>
                  <a:lnTo>
                    <a:pt x="3533673" y="111887"/>
                  </a:lnTo>
                  <a:lnTo>
                    <a:pt x="3561638" y="137756"/>
                  </a:lnTo>
                  <a:lnTo>
                    <a:pt x="3665105" y="258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2514964" y="3996163"/>
              <a:ext cx="414655" cy="450215"/>
            </a:xfrm>
            <a:custGeom>
              <a:avLst/>
              <a:gdLst/>
              <a:ahLst/>
              <a:cxnLst/>
              <a:rect l="l" t="t" r="r" b="b"/>
              <a:pathLst>
                <a:path w="414655" h="450214">
                  <a:moveTo>
                    <a:pt x="414444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14444" y="450000"/>
                  </a:lnTo>
                  <a:lnTo>
                    <a:pt x="41444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2514964" y="3996163"/>
              <a:ext cx="414655" cy="450215"/>
            </a:xfrm>
            <a:custGeom>
              <a:avLst/>
              <a:gdLst/>
              <a:ahLst/>
              <a:cxnLst/>
              <a:rect l="l" t="t" r="r" b="b"/>
              <a:pathLst>
                <a:path w="414655" h="450214">
                  <a:moveTo>
                    <a:pt x="0" y="0"/>
                  </a:moveTo>
                  <a:lnTo>
                    <a:pt x="414444" y="0"/>
                  </a:lnTo>
                  <a:lnTo>
                    <a:pt x="41444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6375" y="95250"/>
            <a:ext cx="4074160" cy="7512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为何</a:t>
            </a:r>
            <a:r>
              <a:rPr lang="en-US" altLang="zh-CN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Squashfs </a:t>
            </a: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失效？</a:t>
            </a:r>
            <a:endParaRPr lang="zh-CN" altLang="en-US" sz="32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97955" y="1172210"/>
            <a:ext cx="5511800" cy="347853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6875" y="1172210"/>
            <a:ext cx="5699125" cy="522986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17855" y="1210945"/>
            <a:ext cx="5192435" cy="5121516"/>
            <a:chOff x="647" y="2615"/>
            <a:chExt cx="7694" cy="7364"/>
          </a:xfrm>
        </p:grpSpPr>
        <p:grpSp>
          <p:nvGrpSpPr>
            <p:cNvPr id="6" name="object 6"/>
            <p:cNvGrpSpPr/>
            <p:nvPr/>
          </p:nvGrpSpPr>
          <p:grpSpPr>
            <a:xfrm>
              <a:off x="647" y="2793"/>
              <a:ext cx="7645" cy="6513"/>
              <a:chOff x="410577" y="1773778"/>
              <a:chExt cx="4854575" cy="4135754"/>
            </a:xfrm>
          </p:grpSpPr>
          <p:sp>
            <p:nvSpPr>
              <p:cNvPr id="4" name="object 7"/>
              <p:cNvSpPr/>
              <p:nvPr/>
            </p:nvSpPr>
            <p:spPr>
              <a:xfrm>
                <a:off x="752322" y="2031275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2696146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2696146" y="449999"/>
                    </a:lnTo>
                    <a:lnTo>
                      <a:pt x="2696146" y="0"/>
                    </a:lnTo>
                    <a:close/>
                  </a:path>
                  <a:path w="4493895" h="450214">
                    <a:moveTo>
                      <a:pt x="4493374" y="0"/>
                    </a:moveTo>
                    <a:lnTo>
                      <a:pt x="3591903" y="0"/>
                    </a:lnTo>
                    <a:lnTo>
                      <a:pt x="3591903" y="449999"/>
                    </a:lnTo>
                    <a:lnTo>
                      <a:pt x="4493374" y="449999"/>
                    </a:lnTo>
                    <a:lnTo>
                      <a:pt x="4493374" y="0"/>
                    </a:lnTo>
                    <a:close/>
                  </a:path>
                </a:pathLst>
              </a:custGeom>
              <a:solidFill>
                <a:srgbClr val="C5E0B4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" name="object 8"/>
              <p:cNvSpPr/>
              <p:nvPr/>
            </p:nvSpPr>
            <p:spPr>
              <a:xfrm>
                <a:off x="752331" y="2031273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0" y="0"/>
                    </a:moveTo>
                    <a:lnTo>
                      <a:pt x="4493365" y="0"/>
                    </a:lnTo>
                    <a:lnTo>
                      <a:pt x="449336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" name="object 9"/>
              <p:cNvSpPr/>
              <p:nvPr/>
            </p:nvSpPr>
            <p:spPr>
              <a:xfrm>
                <a:off x="3448471" y="2035417"/>
                <a:ext cx="89598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95985" h="450214">
                    <a:moveTo>
                      <a:pt x="895756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895756" y="450000"/>
                    </a:lnTo>
                    <a:lnTo>
                      <a:pt x="895756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" name="object 10"/>
              <p:cNvSpPr/>
              <p:nvPr/>
            </p:nvSpPr>
            <p:spPr>
              <a:xfrm>
                <a:off x="3448471" y="2035417"/>
                <a:ext cx="89598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95985" h="450214">
                    <a:moveTo>
                      <a:pt x="0" y="0"/>
                    </a:moveTo>
                    <a:lnTo>
                      <a:pt x="895756" y="0"/>
                    </a:lnTo>
                    <a:lnTo>
                      <a:pt x="895756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" name="object 11"/>
              <p:cNvSpPr/>
              <p:nvPr/>
            </p:nvSpPr>
            <p:spPr>
              <a:xfrm>
                <a:off x="1652332" y="1792828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" name="object 12"/>
              <p:cNvSpPr/>
              <p:nvPr/>
            </p:nvSpPr>
            <p:spPr>
              <a:xfrm>
                <a:off x="2544132" y="1792828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3" name="object 13"/>
              <p:cNvSpPr/>
              <p:nvPr/>
            </p:nvSpPr>
            <p:spPr>
              <a:xfrm>
                <a:off x="3448306" y="1792828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1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344230" y="1792828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2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5" name="object 15"/>
              <p:cNvSpPr/>
              <p:nvPr/>
            </p:nvSpPr>
            <p:spPr>
              <a:xfrm>
                <a:off x="794655" y="3996163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71753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717535" y="450000"/>
                    </a:lnTo>
                    <a:lnTo>
                      <a:pt x="717535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6" name="object 16"/>
              <p:cNvSpPr/>
              <p:nvPr/>
            </p:nvSpPr>
            <p:spPr>
              <a:xfrm>
                <a:off x="794655" y="3996163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0" y="0"/>
                    </a:moveTo>
                    <a:lnTo>
                      <a:pt x="717536" y="0"/>
                    </a:lnTo>
                    <a:lnTo>
                      <a:pt x="717536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7" name="object 17"/>
              <p:cNvSpPr/>
              <p:nvPr/>
            </p:nvSpPr>
            <p:spPr>
              <a:xfrm>
                <a:off x="1512902" y="3996163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379216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379216" y="450000"/>
                    </a:lnTo>
                    <a:lnTo>
                      <a:pt x="379216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8" name="object 18"/>
              <p:cNvSpPr/>
              <p:nvPr/>
            </p:nvSpPr>
            <p:spPr>
              <a:xfrm>
                <a:off x="1512902" y="3996163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0" y="0"/>
                    </a:moveTo>
                    <a:lnTo>
                      <a:pt x="379217" y="0"/>
                    </a:lnTo>
                    <a:lnTo>
                      <a:pt x="379217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9" name="object 19"/>
              <p:cNvSpPr/>
              <p:nvPr/>
            </p:nvSpPr>
            <p:spPr>
              <a:xfrm>
                <a:off x="1886992" y="3996163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62797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627970" y="450000"/>
                    </a:lnTo>
                    <a:lnTo>
                      <a:pt x="627970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0" name="object 20"/>
              <p:cNvSpPr/>
              <p:nvPr/>
            </p:nvSpPr>
            <p:spPr>
              <a:xfrm>
                <a:off x="1886992" y="3996163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0" y="0"/>
                    </a:moveTo>
                    <a:lnTo>
                      <a:pt x="627971" y="0"/>
                    </a:lnTo>
                    <a:lnTo>
                      <a:pt x="62797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1" name="object 21"/>
              <p:cNvSpPr/>
              <p:nvPr/>
            </p:nvSpPr>
            <p:spPr>
              <a:xfrm>
                <a:off x="2514964" y="3996163"/>
                <a:ext cx="4159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5925" h="450214">
                    <a:moveTo>
                      <a:pt x="0" y="0"/>
                    </a:moveTo>
                    <a:lnTo>
                      <a:pt x="415750" y="0"/>
                    </a:lnTo>
                    <a:lnTo>
                      <a:pt x="41575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2" name="object 22"/>
              <p:cNvSpPr/>
              <p:nvPr/>
            </p:nvSpPr>
            <p:spPr>
              <a:xfrm>
                <a:off x="2929407" y="3996163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83431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834315" y="450000"/>
                    </a:lnTo>
                    <a:lnTo>
                      <a:pt x="834315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3" name="object 23"/>
              <p:cNvSpPr/>
              <p:nvPr/>
            </p:nvSpPr>
            <p:spPr>
              <a:xfrm>
                <a:off x="2929407" y="3996163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0" y="0"/>
                    </a:moveTo>
                    <a:lnTo>
                      <a:pt x="834315" y="0"/>
                    </a:lnTo>
                    <a:lnTo>
                      <a:pt x="83431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4" name="object 24"/>
              <p:cNvSpPr/>
              <p:nvPr/>
            </p:nvSpPr>
            <p:spPr>
              <a:xfrm>
                <a:off x="1096264" y="2468346"/>
                <a:ext cx="3665220" cy="1528445"/>
              </a:xfrm>
              <a:custGeom>
                <a:avLst/>
                <a:gdLst/>
                <a:ahLst/>
                <a:cxnLst/>
                <a:rect l="l" t="t" r="r" b="b"/>
                <a:pathLst>
                  <a:path w="3665220" h="1528445">
                    <a:moveTo>
                      <a:pt x="76200" y="1079728"/>
                    </a:moveTo>
                    <a:lnTo>
                      <a:pt x="38100" y="1079728"/>
                    </a:lnTo>
                    <a:lnTo>
                      <a:pt x="38100" y="1232128"/>
                    </a:lnTo>
                    <a:lnTo>
                      <a:pt x="76200" y="1232128"/>
                    </a:lnTo>
                    <a:lnTo>
                      <a:pt x="76200" y="1079728"/>
                    </a:lnTo>
                    <a:close/>
                  </a:path>
                  <a:path w="3665220" h="1528445">
                    <a:moveTo>
                      <a:pt x="76200" y="813028"/>
                    </a:moveTo>
                    <a:lnTo>
                      <a:pt x="38100" y="813028"/>
                    </a:lnTo>
                    <a:lnTo>
                      <a:pt x="38100" y="965428"/>
                    </a:lnTo>
                    <a:lnTo>
                      <a:pt x="76200" y="965428"/>
                    </a:lnTo>
                    <a:lnTo>
                      <a:pt x="76200" y="813028"/>
                    </a:lnTo>
                    <a:close/>
                  </a:path>
                  <a:path w="3665220" h="1528445">
                    <a:moveTo>
                      <a:pt x="76200" y="546328"/>
                    </a:moveTo>
                    <a:lnTo>
                      <a:pt x="38100" y="546328"/>
                    </a:lnTo>
                    <a:lnTo>
                      <a:pt x="38100" y="698728"/>
                    </a:lnTo>
                    <a:lnTo>
                      <a:pt x="76200" y="698728"/>
                    </a:lnTo>
                    <a:lnTo>
                      <a:pt x="76200" y="546328"/>
                    </a:lnTo>
                    <a:close/>
                  </a:path>
                  <a:path w="3665220" h="1528445">
                    <a:moveTo>
                      <a:pt x="76200" y="279628"/>
                    </a:moveTo>
                    <a:lnTo>
                      <a:pt x="38100" y="279628"/>
                    </a:lnTo>
                    <a:lnTo>
                      <a:pt x="38100" y="432028"/>
                    </a:lnTo>
                    <a:lnTo>
                      <a:pt x="76200" y="432028"/>
                    </a:lnTo>
                    <a:lnTo>
                      <a:pt x="76200" y="279628"/>
                    </a:lnTo>
                    <a:close/>
                  </a:path>
                  <a:path w="3665220" h="1528445">
                    <a:moveTo>
                      <a:pt x="76200" y="12928"/>
                    </a:moveTo>
                    <a:lnTo>
                      <a:pt x="38100" y="12928"/>
                    </a:lnTo>
                    <a:lnTo>
                      <a:pt x="38100" y="165328"/>
                    </a:lnTo>
                    <a:lnTo>
                      <a:pt x="76200" y="165328"/>
                    </a:lnTo>
                    <a:lnTo>
                      <a:pt x="76200" y="12928"/>
                    </a:lnTo>
                    <a:close/>
                  </a:path>
                  <a:path w="3665220" h="1528445">
                    <a:moveTo>
                      <a:pt x="114300" y="1413522"/>
                    </a:moveTo>
                    <a:lnTo>
                      <a:pt x="76200" y="1413522"/>
                    </a:lnTo>
                    <a:lnTo>
                      <a:pt x="76200" y="1346428"/>
                    </a:lnTo>
                    <a:lnTo>
                      <a:pt x="38100" y="1346428"/>
                    </a:lnTo>
                    <a:lnTo>
                      <a:pt x="38100" y="1413522"/>
                    </a:lnTo>
                    <a:lnTo>
                      <a:pt x="0" y="1413522"/>
                    </a:lnTo>
                    <a:lnTo>
                      <a:pt x="57150" y="1527822"/>
                    </a:lnTo>
                    <a:lnTo>
                      <a:pt x="104775" y="1432572"/>
                    </a:lnTo>
                    <a:lnTo>
                      <a:pt x="114300" y="1413522"/>
                    </a:lnTo>
                    <a:close/>
                  </a:path>
                  <a:path w="3665220" h="1528445">
                    <a:moveTo>
                      <a:pt x="688835" y="1430312"/>
                    </a:moveTo>
                    <a:lnTo>
                      <a:pt x="651827" y="1421282"/>
                    </a:lnTo>
                    <a:lnTo>
                      <a:pt x="678230" y="1312989"/>
                    </a:lnTo>
                    <a:lnTo>
                      <a:pt x="641210" y="1303972"/>
                    </a:lnTo>
                    <a:lnTo>
                      <a:pt x="614807" y="1412265"/>
                    </a:lnTo>
                    <a:lnTo>
                      <a:pt x="577799" y="1403235"/>
                    </a:lnTo>
                    <a:lnTo>
                      <a:pt x="606247" y="1527822"/>
                    </a:lnTo>
                    <a:lnTo>
                      <a:pt x="680808" y="1439799"/>
                    </a:lnTo>
                    <a:lnTo>
                      <a:pt x="688835" y="1430312"/>
                    </a:lnTo>
                    <a:close/>
                  </a:path>
                  <a:path w="3665220" h="1528445">
                    <a:moveTo>
                      <a:pt x="741400" y="1053884"/>
                    </a:moveTo>
                    <a:lnTo>
                      <a:pt x="704392" y="1044854"/>
                    </a:lnTo>
                    <a:lnTo>
                      <a:pt x="668286" y="1192923"/>
                    </a:lnTo>
                    <a:lnTo>
                      <a:pt x="705307" y="1201940"/>
                    </a:lnTo>
                    <a:lnTo>
                      <a:pt x="741400" y="1053884"/>
                    </a:lnTo>
                    <a:close/>
                  </a:path>
                  <a:path w="3665220" h="1528445">
                    <a:moveTo>
                      <a:pt x="804583" y="794778"/>
                    </a:moveTo>
                    <a:lnTo>
                      <a:pt x="767562" y="785749"/>
                    </a:lnTo>
                    <a:lnTo>
                      <a:pt x="731469" y="933805"/>
                    </a:lnTo>
                    <a:lnTo>
                      <a:pt x="768477" y="942835"/>
                    </a:lnTo>
                    <a:lnTo>
                      <a:pt x="804583" y="794778"/>
                    </a:lnTo>
                    <a:close/>
                  </a:path>
                  <a:path w="3665220" h="1528445">
                    <a:moveTo>
                      <a:pt x="867752" y="535660"/>
                    </a:moveTo>
                    <a:lnTo>
                      <a:pt x="830745" y="526643"/>
                    </a:lnTo>
                    <a:lnTo>
                      <a:pt x="794639" y="674700"/>
                    </a:lnTo>
                    <a:lnTo>
                      <a:pt x="831659" y="683729"/>
                    </a:lnTo>
                    <a:lnTo>
                      <a:pt x="867752" y="535660"/>
                    </a:lnTo>
                    <a:close/>
                  </a:path>
                  <a:path w="3665220" h="1528445">
                    <a:moveTo>
                      <a:pt x="930935" y="276555"/>
                    </a:moveTo>
                    <a:lnTo>
                      <a:pt x="893914" y="267525"/>
                    </a:lnTo>
                    <a:lnTo>
                      <a:pt x="857808" y="415594"/>
                    </a:lnTo>
                    <a:lnTo>
                      <a:pt x="894829" y="424611"/>
                    </a:lnTo>
                    <a:lnTo>
                      <a:pt x="930935" y="276555"/>
                    </a:lnTo>
                    <a:close/>
                  </a:path>
                  <a:path w="3665220" h="1528445">
                    <a:moveTo>
                      <a:pt x="994105" y="17449"/>
                    </a:moveTo>
                    <a:lnTo>
                      <a:pt x="957084" y="8420"/>
                    </a:lnTo>
                    <a:lnTo>
                      <a:pt x="920991" y="156489"/>
                    </a:lnTo>
                    <a:lnTo>
                      <a:pt x="958011" y="165506"/>
                    </a:lnTo>
                    <a:lnTo>
                      <a:pt x="994105" y="17449"/>
                    </a:lnTo>
                    <a:close/>
                  </a:path>
                  <a:path w="3665220" h="1528445">
                    <a:moveTo>
                      <a:pt x="1208544" y="1453337"/>
                    </a:moveTo>
                    <a:lnTo>
                      <a:pt x="1206830" y="1452435"/>
                    </a:lnTo>
                    <a:lnTo>
                      <a:pt x="1144930" y="1419821"/>
                    </a:lnTo>
                    <a:lnTo>
                      <a:pt x="1107414" y="1400060"/>
                    </a:lnTo>
                    <a:lnTo>
                      <a:pt x="1104709" y="1527822"/>
                    </a:lnTo>
                    <a:lnTo>
                      <a:pt x="1208544" y="1453337"/>
                    </a:lnTo>
                    <a:close/>
                  </a:path>
                  <a:path w="3665220" h="1528445">
                    <a:moveTo>
                      <a:pt x="1298079" y="1201623"/>
                    </a:moveTo>
                    <a:lnTo>
                      <a:pt x="1264373" y="1183855"/>
                    </a:lnTo>
                    <a:lnTo>
                      <a:pt x="1193342" y="1318691"/>
                    </a:lnTo>
                    <a:lnTo>
                      <a:pt x="1227048" y="1336446"/>
                    </a:lnTo>
                    <a:lnTo>
                      <a:pt x="1298079" y="1201623"/>
                    </a:lnTo>
                    <a:close/>
                  </a:path>
                  <a:path w="3665220" h="1528445">
                    <a:moveTo>
                      <a:pt x="1422387" y="965657"/>
                    </a:moveTo>
                    <a:lnTo>
                      <a:pt x="1388681" y="947902"/>
                    </a:lnTo>
                    <a:lnTo>
                      <a:pt x="1317650" y="1082738"/>
                    </a:lnTo>
                    <a:lnTo>
                      <a:pt x="1351356" y="1100493"/>
                    </a:lnTo>
                    <a:lnTo>
                      <a:pt x="1422387" y="965657"/>
                    </a:lnTo>
                    <a:close/>
                  </a:path>
                  <a:path w="3665220" h="1528445">
                    <a:moveTo>
                      <a:pt x="1546694" y="729691"/>
                    </a:moveTo>
                    <a:lnTo>
                      <a:pt x="1512976" y="711936"/>
                    </a:lnTo>
                    <a:lnTo>
                      <a:pt x="1441945" y="846772"/>
                    </a:lnTo>
                    <a:lnTo>
                      <a:pt x="1475663" y="864527"/>
                    </a:lnTo>
                    <a:lnTo>
                      <a:pt x="1546694" y="729691"/>
                    </a:lnTo>
                    <a:close/>
                  </a:path>
                  <a:path w="3665220" h="1528445">
                    <a:moveTo>
                      <a:pt x="1670989" y="493737"/>
                    </a:moveTo>
                    <a:lnTo>
                      <a:pt x="1637284" y="475970"/>
                    </a:lnTo>
                    <a:lnTo>
                      <a:pt x="1566252" y="610806"/>
                    </a:lnTo>
                    <a:lnTo>
                      <a:pt x="1599958" y="628573"/>
                    </a:lnTo>
                    <a:lnTo>
                      <a:pt x="1670989" y="493737"/>
                    </a:lnTo>
                    <a:close/>
                  </a:path>
                  <a:path w="3665220" h="1528445">
                    <a:moveTo>
                      <a:pt x="1741817" y="1472615"/>
                    </a:moveTo>
                    <a:lnTo>
                      <a:pt x="1651558" y="1402499"/>
                    </a:lnTo>
                    <a:lnTo>
                      <a:pt x="1626565" y="1527822"/>
                    </a:lnTo>
                    <a:lnTo>
                      <a:pt x="1741817" y="1472615"/>
                    </a:lnTo>
                    <a:close/>
                  </a:path>
                  <a:path w="3665220" h="1528445">
                    <a:moveTo>
                      <a:pt x="1795297" y="257771"/>
                    </a:moveTo>
                    <a:lnTo>
                      <a:pt x="1761591" y="240017"/>
                    </a:lnTo>
                    <a:lnTo>
                      <a:pt x="1690560" y="374853"/>
                    </a:lnTo>
                    <a:lnTo>
                      <a:pt x="1724266" y="392607"/>
                    </a:lnTo>
                    <a:lnTo>
                      <a:pt x="1795297" y="257771"/>
                    </a:lnTo>
                    <a:close/>
                  </a:path>
                  <a:path w="3665220" h="1528445">
                    <a:moveTo>
                      <a:pt x="1833486" y="1292491"/>
                    </a:moveTo>
                    <a:lnTo>
                      <a:pt x="1803400" y="1269123"/>
                    </a:lnTo>
                    <a:lnTo>
                      <a:pt x="1709902" y="1389481"/>
                    </a:lnTo>
                    <a:lnTo>
                      <a:pt x="1740001" y="1412849"/>
                    </a:lnTo>
                    <a:lnTo>
                      <a:pt x="1833486" y="1292491"/>
                    </a:lnTo>
                    <a:close/>
                  </a:path>
                  <a:path w="3665220" h="1528445">
                    <a:moveTo>
                      <a:pt x="1919605" y="21805"/>
                    </a:moveTo>
                    <a:lnTo>
                      <a:pt x="1885886" y="4051"/>
                    </a:lnTo>
                    <a:lnTo>
                      <a:pt x="1814855" y="138887"/>
                    </a:lnTo>
                    <a:lnTo>
                      <a:pt x="1848573" y="156641"/>
                    </a:lnTo>
                    <a:lnTo>
                      <a:pt x="1919605" y="21805"/>
                    </a:lnTo>
                    <a:close/>
                  </a:path>
                  <a:path w="3665220" h="1528445">
                    <a:moveTo>
                      <a:pt x="1997087" y="1081874"/>
                    </a:moveTo>
                    <a:lnTo>
                      <a:pt x="1967001" y="1058506"/>
                    </a:lnTo>
                    <a:lnTo>
                      <a:pt x="1873516" y="1178864"/>
                    </a:lnTo>
                    <a:lnTo>
                      <a:pt x="1903603" y="1202232"/>
                    </a:lnTo>
                    <a:lnTo>
                      <a:pt x="1997087" y="1081874"/>
                    </a:lnTo>
                    <a:close/>
                  </a:path>
                  <a:path w="3665220" h="1528445">
                    <a:moveTo>
                      <a:pt x="2160701" y="871258"/>
                    </a:moveTo>
                    <a:lnTo>
                      <a:pt x="2130615" y="847877"/>
                    </a:lnTo>
                    <a:lnTo>
                      <a:pt x="2037118" y="968235"/>
                    </a:lnTo>
                    <a:lnTo>
                      <a:pt x="2067204" y="991603"/>
                    </a:lnTo>
                    <a:lnTo>
                      <a:pt x="2160701" y="871258"/>
                    </a:lnTo>
                    <a:close/>
                  </a:path>
                  <a:path w="3665220" h="1528445">
                    <a:moveTo>
                      <a:pt x="2324303" y="660628"/>
                    </a:moveTo>
                    <a:lnTo>
                      <a:pt x="2294217" y="637260"/>
                    </a:lnTo>
                    <a:lnTo>
                      <a:pt x="2200732" y="757618"/>
                    </a:lnTo>
                    <a:lnTo>
                      <a:pt x="2230818" y="780986"/>
                    </a:lnTo>
                    <a:lnTo>
                      <a:pt x="2324303" y="660628"/>
                    </a:lnTo>
                    <a:close/>
                  </a:path>
                  <a:path w="3665220" h="1528445">
                    <a:moveTo>
                      <a:pt x="2397620" y="1396555"/>
                    </a:moveTo>
                    <a:lnTo>
                      <a:pt x="2369655" y="1370685"/>
                    </a:lnTo>
                    <a:lnTo>
                      <a:pt x="2313914" y="1430972"/>
                    </a:lnTo>
                    <a:lnTo>
                      <a:pt x="2285936" y="1405102"/>
                    </a:lnTo>
                    <a:lnTo>
                      <a:pt x="2250300" y="1527822"/>
                    </a:lnTo>
                    <a:lnTo>
                      <a:pt x="2369858" y="1482699"/>
                    </a:lnTo>
                    <a:lnTo>
                      <a:pt x="2357005" y="1470825"/>
                    </a:lnTo>
                    <a:lnTo>
                      <a:pt x="2341880" y="1456842"/>
                    </a:lnTo>
                    <a:lnTo>
                      <a:pt x="2397620" y="1396555"/>
                    </a:lnTo>
                    <a:close/>
                  </a:path>
                  <a:path w="3665220" h="1528445">
                    <a:moveTo>
                      <a:pt x="2487917" y="450011"/>
                    </a:moveTo>
                    <a:lnTo>
                      <a:pt x="2457818" y="426631"/>
                    </a:lnTo>
                    <a:lnTo>
                      <a:pt x="2364333" y="546989"/>
                    </a:lnTo>
                    <a:lnTo>
                      <a:pt x="2394420" y="570369"/>
                    </a:lnTo>
                    <a:lnTo>
                      <a:pt x="2487917" y="450011"/>
                    </a:lnTo>
                    <a:close/>
                  </a:path>
                  <a:path w="3665220" h="1528445">
                    <a:moveTo>
                      <a:pt x="2578697" y="1200746"/>
                    </a:moveTo>
                    <a:lnTo>
                      <a:pt x="2550718" y="1174877"/>
                    </a:lnTo>
                    <a:lnTo>
                      <a:pt x="2447252" y="1286776"/>
                    </a:lnTo>
                    <a:lnTo>
                      <a:pt x="2475230" y="1312633"/>
                    </a:lnTo>
                    <a:lnTo>
                      <a:pt x="2578697" y="1200746"/>
                    </a:lnTo>
                    <a:close/>
                  </a:path>
                  <a:path w="3665220" h="1528445">
                    <a:moveTo>
                      <a:pt x="2651518" y="239382"/>
                    </a:moveTo>
                    <a:lnTo>
                      <a:pt x="2621432" y="216014"/>
                    </a:lnTo>
                    <a:lnTo>
                      <a:pt x="2527935" y="336372"/>
                    </a:lnTo>
                    <a:lnTo>
                      <a:pt x="2558034" y="359740"/>
                    </a:lnTo>
                    <a:lnTo>
                      <a:pt x="2651518" y="239382"/>
                    </a:lnTo>
                    <a:close/>
                  </a:path>
                  <a:path w="3665220" h="1528445">
                    <a:moveTo>
                      <a:pt x="2759760" y="1004925"/>
                    </a:moveTo>
                    <a:lnTo>
                      <a:pt x="2731795" y="979068"/>
                    </a:lnTo>
                    <a:lnTo>
                      <a:pt x="2628315" y="1090955"/>
                    </a:lnTo>
                    <a:lnTo>
                      <a:pt x="2656294" y="1116825"/>
                    </a:lnTo>
                    <a:lnTo>
                      <a:pt x="2759760" y="1004925"/>
                    </a:lnTo>
                    <a:close/>
                  </a:path>
                  <a:path w="3665220" h="1528445">
                    <a:moveTo>
                      <a:pt x="2815120" y="28765"/>
                    </a:moveTo>
                    <a:lnTo>
                      <a:pt x="2785033" y="5384"/>
                    </a:lnTo>
                    <a:lnTo>
                      <a:pt x="2691549" y="125742"/>
                    </a:lnTo>
                    <a:lnTo>
                      <a:pt x="2721635" y="149123"/>
                    </a:lnTo>
                    <a:lnTo>
                      <a:pt x="2815120" y="28765"/>
                    </a:lnTo>
                    <a:close/>
                  </a:path>
                  <a:path w="3665220" h="1528445">
                    <a:moveTo>
                      <a:pt x="2940837" y="809117"/>
                    </a:moveTo>
                    <a:lnTo>
                      <a:pt x="2912859" y="783247"/>
                    </a:lnTo>
                    <a:lnTo>
                      <a:pt x="2809392" y="895146"/>
                    </a:lnTo>
                    <a:lnTo>
                      <a:pt x="2837357" y="921016"/>
                    </a:lnTo>
                    <a:lnTo>
                      <a:pt x="2940837" y="809117"/>
                    </a:lnTo>
                    <a:close/>
                  </a:path>
                  <a:path w="3665220" h="1528445">
                    <a:moveTo>
                      <a:pt x="3121901" y="613308"/>
                    </a:moveTo>
                    <a:lnTo>
                      <a:pt x="3093923" y="587438"/>
                    </a:lnTo>
                    <a:lnTo>
                      <a:pt x="2990456" y="699325"/>
                    </a:lnTo>
                    <a:lnTo>
                      <a:pt x="3018434" y="725195"/>
                    </a:lnTo>
                    <a:lnTo>
                      <a:pt x="3121901" y="613308"/>
                    </a:lnTo>
                    <a:close/>
                  </a:path>
                  <a:path w="3665220" h="1528445">
                    <a:moveTo>
                      <a:pt x="3302965" y="417487"/>
                    </a:moveTo>
                    <a:lnTo>
                      <a:pt x="3274999" y="391629"/>
                    </a:lnTo>
                    <a:lnTo>
                      <a:pt x="3171533" y="503516"/>
                    </a:lnTo>
                    <a:lnTo>
                      <a:pt x="3199498" y="529386"/>
                    </a:lnTo>
                    <a:lnTo>
                      <a:pt x="3302965" y="417487"/>
                    </a:lnTo>
                    <a:close/>
                  </a:path>
                  <a:path w="3665220" h="1528445">
                    <a:moveTo>
                      <a:pt x="3484041" y="221678"/>
                    </a:moveTo>
                    <a:lnTo>
                      <a:pt x="3456063" y="195808"/>
                    </a:lnTo>
                    <a:lnTo>
                      <a:pt x="3352596" y="307708"/>
                    </a:lnTo>
                    <a:lnTo>
                      <a:pt x="3380575" y="333578"/>
                    </a:lnTo>
                    <a:lnTo>
                      <a:pt x="3484041" y="221678"/>
                    </a:lnTo>
                    <a:close/>
                  </a:path>
                  <a:path w="3665220" h="1528445">
                    <a:moveTo>
                      <a:pt x="3665105" y="25869"/>
                    </a:moveTo>
                    <a:lnTo>
                      <a:pt x="3637140" y="0"/>
                    </a:lnTo>
                    <a:lnTo>
                      <a:pt x="3533673" y="111887"/>
                    </a:lnTo>
                    <a:lnTo>
                      <a:pt x="3561638" y="137756"/>
                    </a:lnTo>
                    <a:lnTo>
                      <a:pt x="3665105" y="25869"/>
                    </a:lnTo>
                    <a:close/>
                  </a:path>
                </a:pathLst>
              </a:custGeom>
              <a:solidFill>
                <a:srgbClr val="000000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5" name="object 25"/>
              <p:cNvSpPr/>
              <p:nvPr/>
            </p:nvSpPr>
            <p:spPr>
              <a:xfrm>
                <a:off x="4061579" y="2137533"/>
                <a:ext cx="9017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91439">
                    <a:moveTo>
                      <a:pt x="0" y="0"/>
                    </a:moveTo>
                    <a:lnTo>
                      <a:pt x="90000" y="0"/>
                    </a:lnTo>
                    <a:lnTo>
                      <a:pt x="90000" y="91440"/>
                    </a:lnTo>
                    <a:lnTo>
                      <a:pt x="0" y="9144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6" name="object 26"/>
              <p:cNvSpPr/>
              <p:nvPr/>
            </p:nvSpPr>
            <p:spPr>
              <a:xfrm>
                <a:off x="2514964" y="3996163"/>
                <a:ext cx="4146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4655" h="450214">
                    <a:moveTo>
                      <a:pt x="414444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414444" y="450000"/>
                    </a:lnTo>
                    <a:lnTo>
                      <a:pt x="414444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7" name="object 27"/>
              <p:cNvSpPr/>
              <p:nvPr/>
            </p:nvSpPr>
            <p:spPr>
              <a:xfrm>
                <a:off x="2514964" y="3996163"/>
                <a:ext cx="4146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4655" h="450214">
                    <a:moveTo>
                      <a:pt x="0" y="0"/>
                    </a:moveTo>
                    <a:lnTo>
                      <a:pt x="414444" y="0"/>
                    </a:lnTo>
                    <a:lnTo>
                      <a:pt x="414444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8" name="object 28"/>
              <p:cNvSpPr/>
              <p:nvPr/>
            </p:nvSpPr>
            <p:spPr>
              <a:xfrm>
                <a:off x="2722186" y="2473727"/>
                <a:ext cx="1189355" cy="1522730"/>
              </a:xfrm>
              <a:custGeom>
                <a:avLst/>
                <a:gdLst/>
                <a:ahLst/>
                <a:cxnLst/>
                <a:rect l="l" t="t" r="r" b="b"/>
                <a:pathLst>
                  <a:path w="1189354" h="1522729">
                    <a:moveTo>
                      <a:pt x="1159122" y="0"/>
                    </a:moveTo>
                    <a:lnTo>
                      <a:pt x="1065599" y="120329"/>
                    </a:lnTo>
                    <a:lnTo>
                      <a:pt x="1095682" y="143710"/>
                    </a:lnTo>
                    <a:lnTo>
                      <a:pt x="1189205" y="23380"/>
                    </a:lnTo>
                    <a:lnTo>
                      <a:pt x="1159122" y="0"/>
                    </a:lnTo>
                    <a:close/>
                  </a:path>
                  <a:path w="1189354" h="1522729">
                    <a:moveTo>
                      <a:pt x="995459" y="210578"/>
                    </a:moveTo>
                    <a:lnTo>
                      <a:pt x="901937" y="330908"/>
                    </a:lnTo>
                    <a:lnTo>
                      <a:pt x="932019" y="354289"/>
                    </a:lnTo>
                    <a:lnTo>
                      <a:pt x="1025541" y="233959"/>
                    </a:lnTo>
                    <a:lnTo>
                      <a:pt x="995459" y="210578"/>
                    </a:lnTo>
                    <a:close/>
                  </a:path>
                  <a:path w="1189354" h="1522729">
                    <a:moveTo>
                      <a:pt x="831795" y="421157"/>
                    </a:moveTo>
                    <a:lnTo>
                      <a:pt x="738273" y="541487"/>
                    </a:lnTo>
                    <a:lnTo>
                      <a:pt x="768356" y="564868"/>
                    </a:lnTo>
                    <a:lnTo>
                      <a:pt x="861877" y="444536"/>
                    </a:lnTo>
                    <a:lnTo>
                      <a:pt x="831795" y="421157"/>
                    </a:lnTo>
                    <a:close/>
                  </a:path>
                  <a:path w="1189354" h="1522729">
                    <a:moveTo>
                      <a:pt x="668133" y="631734"/>
                    </a:moveTo>
                    <a:lnTo>
                      <a:pt x="574610" y="752066"/>
                    </a:lnTo>
                    <a:lnTo>
                      <a:pt x="604693" y="775446"/>
                    </a:lnTo>
                    <a:lnTo>
                      <a:pt x="698215" y="655115"/>
                    </a:lnTo>
                    <a:lnTo>
                      <a:pt x="668133" y="631734"/>
                    </a:lnTo>
                    <a:close/>
                  </a:path>
                  <a:path w="1189354" h="1522729">
                    <a:moveTo>
                      <a:pt x="504469" y="842313"/>
                    </a:moveTo>
                    <a:lnTo>
                      <a:pt x="410947" y="962643"/>
                    </a:lnTo>
                    <a:lnTo>
                      <a:pt x="441030" y="986024"/>
                    </a:lnTo>
                    <a:lnTo>
                      <a:pt x="534551" y="865694"/>
                    </a:lnTo>
                    <a:lnTo>
                      <a:pt x="504469" y="842313"/>
                    </a:lnTo>
                    <a:close/>
                  </a:path>
                  <a:path w="1189354" h="1522729">
                    <a:moveTo>
                      <a:pt x="340805" y="1052892"/>
                    </a:moveTo>
                    <a:lnTo>
                      <a:pt x="247284" y="1173222"/>
                    </a:lnTo>
                    <a:lnTo>
                      <a:pt x="277366" y="1196602"/>
                    </a:lnTo>
                    <a:lnTo>
                      <a:pt x="370888" y="1076272"/>
                    </a:lnTo>
                    <a:lnTo>
                      <a:pt x="340805" y="1052892"/>
                    </a:lnTo>
                    <a:close/>
                  </a:path>
                  <a:path w="1189354" h="1522729">
                    <a:moveTo>
                      <a:pt x="25017" y="1397116"/>
                    </a:moveTo>
                    <a:lnTo>
                      <a:pt x="0" y="1522435"/>
                    </a:lnTo>
                    <a:lnTo>
                      <a:pt x="115265" y="1467257"/>
                    </a:lnTo>
                    <a:lnTo>
                      <a:pt x="25017" y="1397116"/>
                    </a:lnTo>
                    <a:close/>
                  </a:path>
                  <a:path w="1189354" h="1522729">
                    <a:moveTo>
                      <a:pt x="177143" y="1263469"/>
                    </a:moveTo>
                    <a:lnTo>
                      <a:pt x="83620" y="1383800"/>
                    </a:lnTo>
                    <a:lnTo>
                      <a:pt x="113703" y="1407181"/>
                    </a:lnTo>
                    <a:lnTo>
                      <a:pt x="207225" y="1286850"/>
                    </a:lnTo>
                    <a:lnTo>
                      <a:pt x="177143" y="1263469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9" name="object 29"/>
              <p:cNvSpPr/>
              <p:nvPr/>
            </p:nvSpPr>
            <p:spPr>
              <a:xfrm>
                <a:off x="2260592" y="3838794"/>
                <a:ext cx="945515" cy="765175"/>
              </a:xfrm>
              <a:custGeom>
                <a:avLst/>
                <a:gdLst/>
                <a:ahLst/>
                <a:cxnLst/>
                <a:rect l="l" t="t" r="r" b="b"/>
                <a:pathLst>
                  <a:path w="945514" h="765175">
                    <a:moveTo>
                      <a:pt x="0" y="382368"/>
                    </a:moveTo>
                    <a:lnTo>
                      <a:pt x="2772" y="340705"/>
                    </a:lnTo>
                    <a:lnTo>
                      <a:pt x="10898" y="300341"/>
                    </a:lnTo>
                    <a:lnTo>
                      <a:pt x="24088" y="261510"/>
                    </a:lnTo>
                    <a:lnTo>
                      <a:pt x="42054" y="224445"/>
                    </a:lnTo>
                    <a:lnTo>
                      <a:pt x="64509" y="189379"/>
                    </a:lnTo>
                    <a:lnTo>
                      <a:pt x="91164" y="156546"/>
                    </a:lnTo>
                    <a:lnTo>
                      <a:pt x="121730" y="126179"/>
                    </a:lnTo>
                    <a:lnTo>
                      <a:pt x="155920" y="98510"/>
                    </a:lnTo>
                    <a:lnTo>
                      <a:pt x="193446" y="73774"/>
                    </a:lnTo>
                    <a:lnTo>
                      <a:pt x="234018" y="52204"/>
                    </a:lnTo>
                    <a:lnTo>
                      <a:pt x="277349" y="34032"/>
                    </a:lnTo>
                    <a:lnTo>
                      <a:pt x="323150" y="19493"/>
                    </a:lnTo>
                    <a:lnTo>
                      <a:pt x="371134" y="8819"/>
                    </a:lnTo>
                    <a:lnTo>
                      <a:pt x="421012" y="2243"/>
                    </a:lnTo>
                    <a:lnTo>
                      <a:pt x="472496" y="0"/>
                    </a:lnTo>
                    <a:lnTo>
                      <a:pt x="523979" y="2243"/>
                    </a:lnTo>
                    <a:lnTo>
                      <a:pt x="573857" y="8819"/>
                    </a:lnTo>
                    <a:lnTo>
                      <a:pt x="621841" y="19493"/>
                    </a:lnTo>
                    <a:lnTo>
                      <a:pt x="667642" y="34032"/>
                    </a:lnTo>
                    <a:lnTo>
                      <a:pt x="710973" y="52204"/>
                    </a:lnTo>
                    <a:lnTo>
                      <a:pt x="751545" y="73774"/>
                    </a:lnTo>
                    <a:lnTo>
                      <a:pt x="789071" y="98510"/>
                    </a:lnTo>
                    <a:lnTo>
                      <a:pt x="823261" y="126179"/>
                    </a:lnTo>
                    <a:lnTo>
                      <a:pt x="853827" y="156546"/>
                    </a:lnTo>
                    <a:lnTo>
                      <a:pt x="880482" y="189379"/>
                    </a:lnTo>
                    <a:lnTo>
                      <a:pt x="902937" y="224445"/>
                    </a:lnTo>
                    <a:lnTo>
                      <a:pt x="920903" y="261510"/>
                    </a:lnTo>
                    <a:lnTo>
                      <a:pt x="934094" y="300341"/>
                    </a:lnTo>
                    <a:lnTo>
                      <a:pt x="942219" y="340705"/>
                    </a:lnTo>
                    <a:lnTo>
                      <a:pt x="944992" y="382368"/>
                    </a:lnTo>
                    <a:lnTo>
                      <a:pt x="942219" y="424031"/>
                    </a:lnTo>
                    <a:lnTo>
                      <a:pt x="934094" y="464395"/>
                    </a:lnTo>
                    <a:lnTo>
                      <a:pt x="920903" y="503226"/>
                    </a:lnTo>
                    <a:lnTo>
                      <a:pt x="902937" y="540291"/>
                    </a:lnTo>
                    <a:lnTo>
                      <a:pt x="880482" y="575357"/>
                    </a:lnTo>
                    <a:lnTo>
                      <a:pt x="853827" y="608190"/>
                    </a:lnTo>
                    <a:lnTo>
                      <a:pt x="823261" y="638557"/>
                    </a:lnTo>
                    <a:lnTo>
                      <a:pt x="789071" y="666226"/>
                    </a:lnTo>
                    <a:lnTo>
                      <a:pt x="751545" y="690962"/>
                    </a:lnTo>
                    <a:lnTo>
                      <a:pt x="710973" y="712532"/>
                    </a:lnTo>
                    <a:lnTo>
                      <a:pt x="667642" y="730704"/>
                    </a:lnTo>
                    <a:lnTo>
                      <a:pt x="621841" y="745243"/>
                    </a:lnTo>
                    <a:lnTo>
                      <a:pt x="573857" y="755917"/>
                    </a:lnTo>
                    <a:lnTo>
                      <a:pt x="523979" y="762493"/>
                    </a:lnTo>
                    <a:lnTo>
                      <a:pt x="472496" y="764737"/>
                    </a:lnTo>
                    <a:lnTo>
                      <a:pt x="421012" y="762493"/>
                    </a:lnTo>
                    <a:lnTo>
                      <a:pt x="371134" y="755917"/>
                    </a:lnTo>
                    <a:lnTo>
                      <a:pt x="323150" y="745243"/>
                    </a:lnTo>
                    <a:lnTo>
                      <a:pt x="277349" y="730704"/>
                    </a:lnTo>
                    <a:lnTo>
                      <a:pt x="234018" y="712532"/>
                    </a:lnTo>
                    <a:lnTo>
                      <a:pt x="193446" y="690962"/>
                    </a:lnTo>
                    <a:lnTo>
                      <a:pt x="155920" y="666226"/>
                    </a:lnTo>
                    <a:lnTo>
                      <a:pt x="121730" y="638557"/>
                    </a:lnTo>
                    <a:lnTo>
                      <a:pt x="91164" y="608190"/>
                    </a:lnTo>
                    <a:lnTo>
                      <a:pt x="64509" y="575357"/>
                    </a:lnTo>
                    <a:lnTo>
                      <a:pt x="42054" y="540291"/>
                    </a:lnTo>
                    <a:lnTo>
                      <a:pt x="24088" y="503226"/>
                    </a:lnTo>
                    <a:lnTo>
                      <a:pt x="10898" y="464395"/>
                    </a:lnTo>
                    <a:lnTo>
                      <a:pt x="2772" y="424031"/>
                    </a:lnTo>
                    <a:lnTo>
                      <a:pt x="0" y="382368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0" name="object 30"/>
              <p:cNvSpPr/>
              <p:nvPr/>
            </p:nvSpPr>
            <p:spPr>
              <a:xfrm>
                <a:off x="1732023" y="4491539"/>
                <a:ext cx="667385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667385" h="706120">
                    <a:moveTo>
                      <a:pt x="666960" y="0"/>
                    </a:moveTo>
                    <a:lnTo>
                      <a:pt x="0" y="705585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1" name="object 31"/>
              <p:cNvSpPr/>
              <p:nvPr/>
            </p:nvSpPr>
            <p:spPr>
              <a:xfrm>
                <a:off x="3067193" y="4491539"/>
                <a:ext cx="507365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507364" h="706120">
                    <a:moveTo>
                      <a:pt x="0" y="0"/>
                    </a:moveTo>
                    <a:lnTo>
                      <a:pt x="506863" y="705585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2" name="object 32"/>
              <p:cNvSpPr/>
              <p:nvPr/>
            </p:nvSpPr>
            <p:spPr>
              <a:xfrm>
                <a:off x="1731934" y="5350525"/>
                <a:ext cx="5035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503555" h="450214">
                    <a:moveTo>
                      <a:pt x="0" y="449999"/>
                    </a:moveTo>
                    <a:lnTo>
                      <a:pt x="503356" y="449999"/>
                    </a:lnTo>
                    <a:lnTo>
                      <a:pt x="503356" y="0"/>
                    </a:lnTo>
                    <a:lnTo>
                      <a:pt x="0" y="0"/>
                    </a:lnTo>
                    <a:lnTo>
                      <a:pt x="0" y="449999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3" name="object 33"/>
              <p:cNvSpPr/>
              <p:nvPr/>
            </p:nvSpPr>
            <p:spPr>
              <a:xfrm>
                <a:off x="976611" y="5350525"/>
                <a:ext cx="125920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259205" h="450214">
                    <a:moveTo>
                      <a:pt x="0" y="0"/>
                    </a:moveTo>
                    <a:lnTo>
                      <a:pt x="1258680" y="0"/>
                    </a:lnTo>
                    <a:lnTo>
                      <a:pt x="125868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4" name="object 34"/>
              <p:cNvSpPr/>
              <p:nvPr/>
            </p:nvSpPr>
            <p:spPr>
              <a:xfrm>
                <a:off x="2235291" y="5350525"/>
                <a:ext cx="8337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3755" h="450214">
                    <a:moveTo>
                      <a:pt x="833313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833313" y="449999"/>
                    </a:lnTo>
                    <a:lnTo>
                      <a:pt x="833313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5" name="object 35"/>
              <p:cNvSpPr/>
              <p:nvPr/>
            </p:nvSpPr>
            <p:spPr>
              <a:xfrm>
                <a:off x="2235291" y="5350525"/>
                <a:ext cx="8337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3755" h="450214">
                    <a:moveTo>
                      <a:pt x="0" y="0"/>
                    </a:moveTo>
                    <a:lnTo>
                      <a:pt x="833313" y="0"/>
                    </a:lnTo>
                    <a:lnTo>
                      <a:pt x="833313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6" name="object 36"/>
              <p:cNvSpPr/>
              <p:nvPr/>
            </p:nvSpPr>
            <p:spPr>
              <a:xfrm>
                <a:off x="3065987" y="5350525"/>
                <a:ext cx="53340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0214">
                    <a:moveTo>
                      <a:pt x="0" y="449999"/>
                    </a:moveTo>
                    <a:lnTo>
                      <a:pt x="533299" y="449999"/>
                    </a:lnTo>
                    <a:lnTo>
                      <a:pt x="533299" y="0"/>
                    </a:lnTo>
                    <a:lnTo>
                      <a:pt x="0" y="0"/>
                    </a:lnTo>
                    <a:lnTo>
                      <a:pt x="0" y="449999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7" name="object 37"/>
              <p:cNvSpPr/>
              <p:nvPr/>
            </p:nvSpPr>
            <p:spPr>
              <a:xfrm>
                <a:off x="3065987" y="5350525"/>
                <a:ext cx="1672589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672589" h="450214">
                    <a:moveTo>
                      <a:pt x="0" y="0"/>
                    </a:moveTo>
                    <a:lnTo>
                      <a:pt x="1672268" y="0"/>
                    </a:lnTo>
                    <a:lnTo>
                      <a:pt x="1672268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8" name="object 38"/>
              <p:cNvSpPr/>
              <p:nvPr/>
            </p:nvSpPr>
            <p:spPr>
              <a:xfrm>
                <a:off x="2333373" y="5350711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9" name="object 39"/>
              <p:cNvSpPr/>
              <p:nvPr/>
            </p:nvSpPr>
            <p:spPr>
              <a:xfrm>
                <a:off x="1883644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0" name="object 40"/>
              <p:cNvSpPr/>
              <p:nvPr/>
            </p:nvSpPr>
            <p:spPr>
              <a:xfrm>
                <a:off x="2783550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1" name="object 41"/>
              <p:cNvSpPr/>
              <p:nvPr/>
            </p:nvSpPr>
            <p:spPr>
              <a:xfrm>
                <a:off x="1433692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2" name="object 42"/>
              <p:cNvSpPr/>
              <p:nvPr/>
            </p:nvSpPr>
            <p:spPr>
              <a:xfrm>
                <a:off x="3233055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3" name="object 43"/>
              <p:cNvSpPr/>
              <p:nvPr/>
            </p:nvSpPr>
            <p:spPr>
              <a:xfrm>
                <a:off x="410577" y="5021680"/>
                <a:ext cx="1321435" cy="887730"/>
              </a:xfrm>
              <a:custGeom>
                <a:avLst/>
                <a:gdLst/>
                <a:ahLst/>
                <a:cxnLst/>
                <a:rect l="l" t="t" r="r" b="b"/>
                <a:pathLst>
                  <a:path w="1321435" h="887729">
                    <a:moveTo>
                      <a:pt x="1321357" y="0"/>
                    </a:moveTo>
                    <a:lnTo>
                      <a:pt x="0" y="0"/>
                    </a:lnTo>
                    <a:lnTo>
                      <a:pt x="0" y="887227"/>
                    </a:lnTo>
                    <a:lnTo>
                      <a:pt x="1321357" y="887227"/>
                    </a:lnTo>
                    <a:lnTo>
                      <a:pt x="1321357" y="0"/>
                    </a:lnTo>
                    <a:close/>
                  </a:path>
                </a:pathLst>
              </a:custGeom>
              <a:solidFill>
                <a:srgbClr val="F8ECE9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84" name="object 44"/>
            <p:cNvSpPr txBox="1"/>
            <p:nvPr/>
          </p:nvSpPr>
          <p:spPr>
            <a:xfrm>
              <a:off x="2016" y="8116"/>
              <a:ext cx="588" cy="81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600" spc="-25" dirty="0">
                  <a:latin typeface="Calibri" panose="020F0502020204030204"/>
                  <a:cs typeface="Calibri" panose="020F0502020204030204"/>
                </a:rPr>
                <a:t>...</a:t>
              </a:r>
              <a:endParaRPr sz="36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85" name="object 48"/>
            <p:cNvSpPr txBox="1"/>
            <p:nvPr/>
          </p:nvSpPr>
          <p:spPr>
            <a:xfrm>
              <a:off x="5669" y="8116"/>
              <a:ext cx="1830" cy="1190"/>
            </a:xfrm>
            <a:prstGeom prst="rect">
              <a:avLst/>
            </a:prstGeom>
            <a:solidFill>
              <a:srgbClr val="F8ECE9"/>
            </a:solidFill>
          </p:spPr>
          <p:txBody>
            <a:bodyPr vert="horz" wrap="square" lIns="0" tIns="12700" rIns="0" bIns="0" rtlCol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600" spc="-25" dirty="0">
                  <a:latin typeface="Calibri" panose="020F0502020204030204"/>
                  <a:cs typeface="Calibri" panose="020F0502020204030204"/>
                </a:rPr>
                <a:t>...</a:t>
              </a:r>
              <a:endParaRPr sz="36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86" name="object 49"/>
            <p:cNvSpPr txBox="1"/>
            <p:nvPr/>
          </p:nvSpPr>
          <p:spPr>
            <a:xfrm>
              <a:off x="5858" y="2615"/>
              <a:ext cx="954" cy="4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libri" panose="020F0502020204030204"/>
                  <a:cs typeface="Calibri" panose="020F0502020204030204"/>
                </a:rPr>
                <a:t>1</a:t>
              </a:r>
              <a:r>
                <a:rPr sz="1800" spc="-5" dirty="0">
                  <a:latin typeface="Calibri" panose="020F0502020204030204"/>
                  <a:cs typeface="Calibri" panose="020F0502020204030204"/>
                </a:rPr>
                <a:t> </a:t>
              </a:r>
              <a:r>
                <a:rPr sz="1800" spc="-20" dirty="0">
                  <a:latin typeface="Calibri" panose="020F0502020204030204"/>
                  <a:cs typeface="Calibri" panose="020F0502020204030204"/>
                </a:rPr>
                <a:t>byte</a:t>
              </a:r>
              <a:endParaRPr sz="18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87" name="object 50"/>
            <p:cNvSpPr txBox="1"/>
            <p:nvPr/>
          </p:nvSpPr>
          <p:spPr>
            <a:xfrm>
              <a:off x="5330" y="4622"/>
              <a:ext cx="3011" cy="1040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48590" marR="5080" indent="-136525">
                <a:lnSpc>
                  <a:spcPts val="2620"/>
                </a:lnSpc>
                <a:spcBef>
                  <a:spcPts val="405"/>
                </a:spcBef>
              </a:pP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decompression amplification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88" name="object 51"/>
            <p:cNvSpPr txBox="1"/>
            <p:nvPr/>
          </p:nvSpPr>
          <p:spPr>
            <a:xfrm>
              <a:off x="1046" y="8946"/>
              <a:ext cx="2583" cy="1033"/>
            </a:xfrm>
            <a:prstGeom prst="rect">
              <a:avLst/>
            </a:prstGeom>
          </p:spPr>
          <p:txBody>
            <a:bodyPr vert="horz" wrap="square" lIns="0" tIns="53975" rIns="0" bIns="0" rtlCol="0">
              <a:spAutoFit/>
            </a:bodyPr>
            <a:lstStyle/>
            <a:p>
              <a:pPr marL="12700" marR="5080" indent="608965">
                <a:lnSpc>
                  <a:spcPts val="2590"/>
                </a:lnSpc>
                <a:spcBef>
                  <a:spcPts val="425"/>
                </a:spcBef>
              </a:pPr>
              <a:r>
                <a:rPr sz="2400" spc="-25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I/O </a:t>
              </a: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amplification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89" name="object 53"/>
          <p:cNvSpPr txBox="1"/>
          <p:nvPr/>
        </p:nvSpPr>
        <p:spPr>
          <a:xfrm>
            <a:off x="6497320" y="1355725"/>
            <a:ext cx="5373370" cy="18700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spc="-30" dirty="0">
                <a:latin typeface="Calibri" panose="020F0502020204030204"/>
                <a:cs typeface="Calibri" panose="020F0502020204030204"/>
              </a:rPr>
              <a:t>读放大</a:t>
            </a:r>
            <a:r>
              <a:rPr lang="zh-CN" altLang="en-US" sz="2800" spc="-30" dirty="0">
                <a:latin typeface="Calibri" panose="020F0502020204030204"/>
                <a:cs typeface="Calibri" panose="020F0502020204030204"/>
              </a:rPr>
              <a:t>（</a:t>
            </a:r>
            <a:r>
              <a:rPr sz="2800" dirty="0">
                <a:latin typeface="Calibri" panose="020F0502020204030204"/>
                <a:cs typeface="Calibri" panose="020F0502020204030204"/>
                <a:sym typeface="+mn-ea"/>
              </a:rPr>
              <a:t>Read</a:t>
            </a:r>
            <a:r>
              <a:rPr sz="2800" spc="-105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Amplification</a:t>
            </a:r>
            <a:r>
              <a:rPr lang="zh-CN" altLang="en-US" sz="2800" spc="-30" dirty="0">
                <a:latin typeface="Calibri" panose="020F0502020204030204"/>
                <a:cs typeface="Calibri" panose="020F0502020204030204"/>
              </a:rPr>
              <a:t>）</a:t>
            </a:r>
            <a:r>
              <a:rPr lang="zh-CN" altLang="en-US" sz="3600" spc="-30" dirty="0">
                <a:latin typeface="Calibri" panose="020F0502020204030204"/>
                <a:cs typeface="Calibri" panose="020F0502020204030204"/>
              </a:rPr>
              <a:t>：</a:t>
            </a:r>
            <a:endParaRPr lang="zh-CN" altLang="en-US" sz="3600" spc="-30" dirty="0">
              <a:latin typeface="Calibri" panose="020F0502020204030204"/>
              <a:cs typeface="Calibri" panose="020F0502020204030204"/>
            </a:endParaRPr>
          </a:p>
          <a:p>
            <a:pPr marL="12700" indent="457200"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spc="-30" dirty="0">
                <a:latin typeface="Calibri" panose="020F0502020204030204"/>
                <a:cs typeface="Calibri" panose="020F0502020204030204"/>
              </a:rPr>
              <a:t>仅读取</a:t>
            </a:r>
            <a:r>
              <a:rPr lang="en-US" altLang="zh-CN" sz="3200" spc="-30" dirty="0">
                <a:latin typeface="Calibri" panose="020F0502020204030204"/>
                <a:cs typeface="Calibri" panose="020F0502020204030204"/>
              </a:rPr>
              <a:t> 1 </a:t>
            </a:r>
            <a:r>
              <a:rPr lang="zh-CN" altLang="en-US" sz="3200" spc="-30" dirty="0">
                <a:latin typeface="Calibri" panose="020F0502020204030204"/>
                <a:cs typeface="Calibri" panose="020F0502020204030204"/>
              </a:rPr>
              <a:t>字节也</a:t>
            </a:r>
            <a:r>
              <a:rPr lang="zh-CN" altLang="en-US" sz="3200" spc="-30" dirty="0">
                <a:latin typeface="Calibri" panose="020F0502020204030204"/>
                <a:cs typeface="Calibri" panose="020F0502020204030204"/>
              </a:rPr>
              <a:t>会造成解压放大与</a:t>
            </a:r>
            <a:r>
              <a:rPr lang="en-US" altLang="zh-CN" sz="3200" spc="-30" dirty="0">
                <a:latin typeface="Calibri" panose="020F0502020204030204"/>
                <a:cs typeface="Calibri" panose="020F0502020204030204"/>
              </a:rPr>
              <a:t> I/O </a:t>
            </a:r>
            <a:r>
              <a:rPr lang="zh-CN" altLang="en-US" sz="3200" spc="-30" dirty="0">
                <a:latin typeface="Calibri" panose="020F0502020204030204"/>
                <a:cs typeface="Calibri" panose="020F0502020204030204"/>
              </a:rPr>
              <a:t>放大。</a:t>
            </a:r>
            <a:endParaRPr lang="zh-CN" altLang="en-US" sz="3200" spc="-3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600" spc="-3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zh-CN" altLang="en-US"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497955" y="3225800"/>
            <a:ext cx="5372735" cy="1207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latin typeface="Calibri" panose="020F0502020204030204"/>
                <a:cs typeface="Calibri" panose="020F0502020204030204"/>
                <a:sym typeface="+mn-ea"/>
              </a:rPr>
              <a:t>Squashfs </a:t>
            </a:r>
            <a:r>
              <a:rPr lang="zh-CN" altLang="en-US" sz="3200">
                <a:latin typeface="Calibri" panose="020F0502020204030204"/>
                <a:cs typeface="Calibri" panose="020F0502020204030204"/>
                <a:sym typeface="+mn-ea"/>
              </a:rPr>
              <a:t>失败的原因在于</a:t>
            </a:r>
            <a:endParaRPr lang="zh-CN" altLang="en-US" sz="3200">
              <a:latin typeface="Calibri" panose="020F0502020204030204"/>
              <a:cs typeface="Calibri" panose="020F0502020204030204"/>
              <a:sym typeface="+mn-ea"/>
            </a:endParaRPr>
          </a:p>
          <a:p>
            <a:r>
              <a:rPr lang="zh-CN" altLang="en-US" sz="3200" b="1">
                <a:latin typeface="Calibri" panose="020F0502020204030204"/>
                <a:cs typeface="Calibri" panose="020F0502020204030204"/>
                <a:sym typeface="+mn-ea"/>
              </a:rPr>
              <a:t>定长输入压缩</a:t>
            </a:r>
            <a:endParaRPr lang="zh-CN" altLang="en-US" sz="3200" b="1">
              <a:latin typeface="Calibri" panose="020F0502020204030204"/>
              <a:cs typeface="Calibri" panose="020F0502020204030204"/>
            </a:endParaRPr>
          </a:p>
          <a:p>
            <a:endParaRPr lang="zh-CN" altLang="en-US" sz="32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498590" y="4892040"/>
            <a:ext cx="5372100" cy="1186815"/>
          </a:xfrm>
          <a:prstGeom prst="rect">
            <a:avLst/>
          </a:prstGeom>
          <a:ln w="76200">
            <a:solidFill>
              <a:srgbClr val="EC9DAC"/>
            </a:solidFill>
          </a:ln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latin typeface="金山云技术体" charset="-122"/>
                <a:ea typeface="金山云技术体" charset="-122"/>
                <a:cs typeface="金山云技术体" charset="-122"/>
              </a:rPr>
              <a:t>“</a:t>
            </a:r>
            <a:r>
              <a:rPr lang="zh-CN" altLang="en-US" sz="3200">
                <a:latin typeface="金山云技术体" charset="-122"/>
                <a:ea typeface="金山云技术体" charset="-122"/>
                <a:cs typeface="金山云技术体" charset="-122"/>
              </a:rPr>
              <a:t>为了取出一个小包裹，却需要搬运一整个集装箱</a:t>
            </a:r>
            <a:r>
              <a:rPr lang="en-US" altLang="zh-CN" sz="3200">
                <a:latin typeface="金山云技术体" charset="-122"/>
                <a:ea typeface="金山云技术体" charset="-122"/>
                <a:cs typeface="金山云技术体" charset="-122"/>
              </a:rPr>
              <a:t>”</a:t>
            </a:r>
            <a:endParaRPr lang="en-US" altLang="zh-CN" sz="3200"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6375" y="95250"/>
            <a:ext cx="4074160" cy="7512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为何</a:t>
            </a:r>
            <a:r>
              <a:rPr lang="en-US" altLang="zh-CN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Squashfs </a:t>
            </a:r>
            <a:r>
              <a:rPr lang="zh-CN" altLang="en-US" sz="32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失效？</a:t>
            </a:r>
            <a:endParaRPr lang="zh-CN" altLang="en-US" sz="32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14440" y="1068705"/>
            <a:ext cx="4813935" cy="37338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大量内存消耗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1480" y="1537970"/>
            <a:ext cx="11360785" cy="495363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2" name="组合 111"/>
          <p:cNvGrpSpPr/>
          <p:nvPr/>
        </p:nvGrpSpPr>
        <p:grpSpPr>
          <a:xfrm>
            <a:off x="410845" y="1657350"/>
            <a:ext cx="11265535" cy="4681220"/>
            <a:chOff x="647" y="2610"/>
            <a:chExt cx="17741" cy="7372"/>
          </a:xfrm>
        </p:grpSpPr>
        <p:grpSp>
          <p:nvGrpSpPr>
            <p:cNvPr id="2" name="object 5"/>
            <p:cNvGrpSpPr/>
            <p:nvPr/>
          </p:nvGrpSpPr>
          <p:grpSpPr>
            <a:xfrm>
              <a:off x="647" y="2610"/>
              <a:ext cx="13746" cy="6696"/>
              <a:chOff x="410577" y="1657139"/>
              <a:chExt cx="8728710" cy="4251960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8337865" y="2957706"/>
                <a:ext cx="74295" cy="66040"/>
              </a:xfrm>
              <a:custGeom>
                <a:avLst/>
                <a:gdLst/>
                <a:ahLst/>
                <a:cxnLst/>
                <a:rect l="l" t="t" r="r" b="b"/>
                <a:pathLst>
                  <a:path w="74295" h="66039">
                    <a:moveTo>
                      <a:pt x="0" y="0"/>
                    </a:moveTo>
                    <a:lnTo>
                      <a:pt x="73891" y="0"/>
                    </a:lnTo>
                    <a:lnTo>
                      <a:pt x="73891" y="65870"/>
                    </a:lnTo>
                    <a:lnTo>
                      <a:pt x="0" y="6587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" name="object 7"/>
              <p:cNvSpPr/>
              <p:nvPr/>
            </p:nvSpPr>
            <p:spPr>
              <a:xfrm>
                <a:off x="7201995" y="2969088"/>
                <a:ext cx="13773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377315" h="450214">
                    <a:moveTo>
                      <a:pt x="1377217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1377217" y="450000"/>
                    </a:lnTo>
                    <a:lnTo>
                      <a:pt x="1377217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" name="object 8"/>
              <p:cNvSpPr/>
              <p:nvPr/>
            </p:nvSpPr>
            <p:spPr>
              <a:xfrm>
                <a:off x="7201995" y="2969088"/>
                <a:ext cx="13773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377315" h="450214">
                    <a:moveTo>
                      <a:pt x="0" y="0"/>
                    </a:moveTo>
                    <a:lnTo>
                      <a:pt x="1377218" y="0"/>
                    </a:lnTo>
                    <a:lnTo>
                      <a:pt x="1377218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" name="object 9"/>
              <p:cNvSpPr/>
              <p:nvPr/>
            </p:nvSpPr>
            <p:spPr>
              <a:xfrm>
                <a:off x="7201995" y="1676189"/>
                <a:ext cx="499109" cy="807720"/>
              </a:xfrm>
              <a:custGeom>
                <a:avLst/>
                <a:gdLst/>
                <a:ahLst/>
                <a:cxnLst/>
                <a:rect l="l" t="t" r="r" b="b"/>
                <a:pathLst>
                  <a:path w="499109" h="807719">
                    <a:moveTo>
                      <a:pt x="0" y="0"/>
                    </a:moveTo>
                    <a:lnTo>
                      <a:pt x="498680" y="0"/>
                    </a:lnTo>
                    <a:lnTo>
                      <a:pt x="498680" y="807552"/>
                    </a:lnTo>
                    <a:lnTo>
                      <a:pt x="0" y="807552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" name="object 10"/>
              <p:cNvSpPr/>
              <p:nvPr/>
            </p:nvSpPr>
            <p:spPr>
              <a:xfrm>
                <a:off x="7913076" y="1676189"/>
                <a:ext cx="499109" cy="807720"/>
              </a:xfrm>
              <a:custGeom>
                <a:avLst/>
                <a:gdLst/>
                <a:ahLst/>
                <a:cxnLst/>
                <a:rect l="l" t="t" r="r" b="b"/>
                <a:pathLst>
                  <a:path w="499109" h="807719">
                    <a:moveTo>
                      <a:pt x="0" y="0"/>
                    </a:moveTo>
                    <a:lnTo>
                      <a:pt x="498680" y="0"/>
                    </a:lnTo>
                    <a:lnTo>
                      <a:pt x="498680" y="807552"/>
                    </a:lnTo>
                    <a:lnTo>
                      <a:pt x="0" y="807552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" name="object 11"/>
              <p:cNvSpPr/>
              <p:nvPr/>
            </p:nvSpPr>
            <p:spPr>
              <a:xfrm>
                <a:off x="8620969" y="1676189"/>
                <a:ext cx="499109" cy="807720"/>
              </a:xfrm>
              <a:custGeom>
                <a:avLst/>
                <a:gdLst/>
                <a:ahLst/>
                <a:cxnLst/>
                <a:rect l="l" t="t" r="r" b="b"/>
                <a:pathLst>
                  <a:path w="499109" h="807719">
                    <a:moveTo>
                      <a:pt x="0" y="0"/>
                    </a:moveTo>
                    <a:lnTo>
                      <a:pt x="498680" y="0"/>
                    </a:lnTo>
                    <a:lnTo>
                      <a:pt x="498680" y="807552"/>
                    </a:lnTo>
                    <a:lnTo>
                      <a:pt x="0" y="807552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" name="object 12"/>
              <p:cNvSpPr/>
              <p:nvPr/>
            </p:nvSpPr>
            <p:spPr>
              <a:xfrm>
                <a:off x="7226064" y="2032607"/>
                <a:ext cx="3517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51790" h="450214">
                    <a:moveTo>
                      <a:pt x="0" y="0"/>
                    </a:moveTo>
                    <a:lnTo>
                      <a:pt x="351647" y="0"/>
                    </a:lnTo>
                    <a:lnTo>
                      <a:pt x="351647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3" name="object 13"/>
              <p:cNvSpPr/>
              <p:nvPr/>
            </p:nvSpPr>
            <p:spPr>
              <a:xfrm>
                <a:off x="7577712" y="2032607"/>
                <a:ext cx="984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8425" h="450214">
                    <a:moveTo>
                      <a:pt x="0" y="0"/>
                    </a:moveTo>
                    <a:lnTo>
                      <a:pt x="98082" y="0"/>
                    </a:lnTo>
                    <a:lnTo>
                      <a:pt x="98082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4" name="object 14"/>
              <p:cNvSpPr/>
              <p:nvPr/>
            </p:nvSpPr>
            <p:spPr>
              <a:xfrm>
                <a:off x="7226064" y="2032607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5" name="object 15"/>
              <p:cNvSpPr/>
              <p:nvPr/>
            </p:nvSpPr>
            <p:spPr>
              <a:xfrm>
                <a:off x="8644951" y="2032607"/>
                <a:ext cx="2857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50214">
                    <a:moveTo>
                      <a:pt x="0" y="0"/>
                    </a:moveTo>
                    <a:lnTo>
                      <a:pt x="285231" y="0"/>
                    </a:lnTo>
                    <a:lnTo>
                      <a:pt x="28523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6" name="object 16"/>
              <p:cNvSpPr/>
              <p:nvPr/>
            </p:nvSpPr>
            <p:spPr>
              <a:xfrm>
                <a:off x="8927565" y="2032607"/>
                <a:ext cx="16764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450214">
                    <a:moveTo>
                      <a:pt x="0" y="0"/>
                    </a:moveTo>
                    <a:lnTo>
                      <a:pt x="167563" y="0"/>
                    </a:lnTo>
                    <a:lnTo>
                      <a:pt x="167563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7" name="object 17"/>
              <p:cNvSpPr/>
              <p:nvPr/>
            </p:nvSpPr>
            <p:spPr>
              <a:xfrm>
                <a:off x="8645127" y="2032607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931028" y="2025502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1" y="0"/>
                    </a:lnTo>
                    <a:lnTo>
                      <a:pt x="45000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9" name="object 19"/>
              <p:cNvSpPr/>
              <p:nvPr/>
            </p:nvSpPr>
            <p:spPr>
              <a:xfrm>
                <a:off x="7931029" y="2025689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226334" y="2029462"/>
                <a:ext cx="3517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51790" h="450214">
                    <a:moveTo>
                      <a:pt x="351646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351646" y="450000"/>
                    </a:lnTo>
                    <a:lnTo>
                      <a:pt x="351646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1" name="object 21"/>
              <p:cNvSpPr/>
              <p:nvPr/>
            </p:nvSpPr>
            <p:spPr>
              <a:xfrm>
                <a:off x="7226334" y="2029462"/>
                <a:ext cx="3517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51790" h="450214">
                    <a:moveTo>
                      <a:pt x="0" y="0"/>
                    </a:moveTo>
                    <a:lnTo>
                      <a:pt x="351647" y="0"/>
                    </a:lnTo>
                    <a:lnTo>
                      <a:pt x="351647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2" name="object 22"/>
              <p:cNvSpPr/>
              <p:nvPr/>
            </p:nvSpPr>
            <p:spPr>
              <a:xfrm>
                <a:off x="7577982" y="2029462"/>
                <a:ext cx="984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8425" h="450214">
                    <a:moveTo>
                      <a:pt x="98082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98082" y="450000"/>
                    </a:lnTo>
                    <a:lnTo>
                      <a:pt x="98082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577982" y="2029462"/>
                <a:ext cx="984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98425" h="450214">
                    <a:moveTo>
                      <a:pt x="0" y="0"/>
                    </a:moveTo>
                    <a:lnTo>
                      <a:pt x="98082" y="0"/>
                    </a:lnTo>
                    <a:lnTo>
                      <a:pt x="98082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4" name="object 24"/>
              <p:cNvSpPr/>
              <p:nvPr/>
            </p:nvSpPr>
            <p:spPr>
              <a:xfrm>
                <a:off x="7226334" y="2029462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5" name="object 25"/>
              <p:cNvSpPr/>
              <p:nvPr/>
            </p:nvSpPr>
            <p:spPr>
              <a:xfrm>
                <a:off x="8645221" y="2029462"/>
                <a:ext cx="2857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50214">
                    <a:moveTo>
                      <a:pt x="285231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285231" y="450000"/>
                    </a:lnTo>
                    <a:lnTo>
                      <a:pt x="285231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6" name="object 26"/>
              <p:cNvSpPr/>
              <p:nvPr/>
            </p:nvSpPr>
            <p:spPr>
              <a:xfrm>
                <a:off x="8645221" y="2029462"/>
                <a:ext cx="2857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50214">
                    <a:moveTo>
                      <a:pt x="0" y="0"/>
                    </a:moveTo>
                    <a:lnTo>
                      <a:pt x="285231" y="0"/>
                    </a:lnTo>
                    <a:lnTo>
                      <a:pt x="28523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7" name="object 27"/>
              <p:cNvSpPr/>
              <p:nvPr/>
            </p:nvSpPr>
            <p:spPr>
              <a:xfrm>
                <a:off x="8927834" y="2029462"/>
                <a:ext cx="16764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450214">
                    <a:moveTo>
                      <a:pt x="167563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167563" y="450000"/>
                    </a:lnTo>
                    <a:lnTo>
                      <a:pt x="167563" y="0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8" name="object 28"/>
              <p:cNvSpPr/>
              <p:nvPr/>
            </p:nvSpPr>
            <p:spPr>
              <a:xfrm>
                <a:off x="8927834" y="2029462"/>
                <a:ext cx="16764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67640" h="450214">
                    <a:moveTo>
                      <a:pt x="0" y="0"/>
                    </a:moveTo>
                    <a:lnTo>
                      <a:pt x="167563" y="0"/>
                    </a:lnTo>
                    <a:lnTo>
                      <a:pt x="167563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9" name="object 29"/>
              <p:cNvSpPr/>
              <p:nvPr/>
            </p:nvSpPr>
            <p:spPr>
              <a:xfrm>
                <a:off x="8645397" y="2029462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0" name="object 30"/>
              <p:cNvSpPr/>
              <p:nvPr/>
            </p:nvSpPr>
            <p:spPr>
              <a:xfrm>
                <a:off x="7931297" y="2022359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450001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450001" y="449999"/>
                    </a:lnTo>
                    <a:lnTo>
                      <a:pt x="450001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1" name="object 31"/>
              <p:cNvSpPr/>
              <p:nvPr/>
            </p:nvSpPr>
            <p:spPr>
              <a:xfrm>
                <a:off x="7931297" y="2022359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1" y="0"/>
                    </a:lnTo>
                    <a:lnTo>
                      <a:pt x="45000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2" name="object 32"/>
              <p:cNvSpPr/>
              <p:nvPr/>
            </p:nvSpPr>
            <p:spPr>
              <a:xfrm>
                <a:off x="7931298" y="2022546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3" name="object 33"/>
              <p:cNvSpPr/>
              <p:nvPr/>
            </p:nvSpPr>
            <p:spPr>
              <a:xfrm>
                <a:off x="7387920" y="2475064"/>
                <a:ext cx="1501775" cy="494030"/>
              </a:xfrm>
              <a:custGeom>
                <a:avLst/>
                <a:gdLst/>
                <a:ahLst/>
                <a:cxnLst/>
                <a:rect l="l" t="t" r="r" b="b"/>
                <a:pathLst>
                  <a:path w="1501775" h="494030">
                    <a:moveTo>
                      <a:pt x="82194" y="7581"/>
                    </a:moveTo>
                    <a:lnTo>
                      <a:pt x="44081" y="7581"/>
                    </a:lnTo>
                    <a:lnTo>
                      <a:pt x="44018" y="52946"/>
                    </a:lnTo>
                    <a:lnTo>
                      <a:pt x="43815" y="96774"/>
                    </a:lnTo>
                    <a:lnTo>
                      <a:pt x="43497" y="137807"/>
                    </a:lnTo>
                    <a:lnTo>
                      <a:pt x="42849" y="190868"/>
                    </a:lnTo>
                    <a:lnTo>
                      <a:pt x="42062" y="229273"/>
                    </a:lnTo>
                    <a:lnTo>
                      <a:pt x="41402" y="245364"/>
                    </a:lnTo>
                    <a:lnTo>
                      <a:pt x="41325" y="246456"/>
                    </a:lnTo>
                    <a:lnTo>
                      <a:pt x="41592" y="245364"/>
                    </a:lnTo>
                    <a:lnTo>
                      <a:pt x="41440" y="246456"/>
                    </a:lnTo>
                    <a:lnTo>
                      <a:pt x="41313" y="246659"/>
                    </a:lnTo>
                    <a:lnTo>
                      <a:pt x="41211" y="247992"/>
                    </a:lnTo>
                    <a:lnTo>
                      <a:pt x="41402" y="246659"/>
                    </a:lnTo>
                    <a:lnTo>
                      <a:pt x="79514" y="246659"/>
                    </a:lnTo>
                    <a:lnTo>
                      <a:pt x="79578" y="245364"/>
                    </a:lnTo>
                    <a:lnTo>
                      <a:pt x="80683" y="206248"/>
                    </a:lnTo>
                    <a:lnTo>
                      <a:pt x="81394" y="157187"/>
                    </a:lnTo>
                    <a:lnTo>
                      <a:pt x="81915" y="96951"/>
                    </a:lnTo>
                    <a:lnTo>
                      <a:pt x="82118" y="52946"/>
                    </a:lnTo>
                    <a:lnTo>
                      <a:pt x="82194" y="7581"/>
                    </a:lnTo>
                    <a:close/>
                  </a:path>
                  <a:path w="1501775" h="494030">
                    <a:moveTo>
                      <a:pt x="114300" y="379971"/>
                    </a:moveTo>
                    <a:lnTo>
                      <a:pt x="76238" y="379806"/>
                    </a:lnTo>
                    <a:lnTo>
                      <a:pt x="76327" y="363474"/>
                    </a:lnTo>
                    <a:lnTo>
                      <a:pt x="76517" y="344817"/>
                    </a:lnTo>
                    <a:lnTo>
                      <a:pt x="77228" y="296075"/>
                    </a:lnTo>
                    <a:lnTo>
                      <a:pt x="78308" y="257657"/>
                    </a:lnTo>
                    <a:lnTo>
                      <a:pt x="78498" y="255130"/>
                    </a:lnTo>
                    <a:lnTo>
                      <a:pt x="78232" y="256222"/>
                    </a:lnTo>
                    <a:lnTo>
                      <a:pt x="78460" y="255130"/>
                    </a:lnTo>
                    <a:lnTo>
                      <a:pt x="78409" y="254914"/>
                    </a:lnTo>
                    <a:lnTo>
                      <a:pt x="78613" y="253580"/>
                    </a:lnTo>
                    <a:lnTo>
                      <a:pt x="78511" y="254914"/>
                    </a:lnTo>
                    <a:lnTo>
                      <a:pt x="78790" y="253580"/>
                    </a:lnTo>
                    <a:lnTo>
                      <a:pt x="79108" y="252120"/>
                    </a:lnTo>
                    <a:lnTo>
                      <a:pt x="79311" y="249453"/>
                    </a:lnTo>
                    <a:lnTo>
                      <a:pt x="79413" y="247992"/>
                    </a:lnTo>
                    <a:lnTo>
                      <a:pt x="41211" y="247992"/>
                    </a:lnTo>
                    <a:lnTo>
                      <a:pt x="41021" y="247992"/>
                    </a:lnTo>
                    <a:lnTo>
                      <a:pt x="40703" y="249453"/>
                    </a:lnTo>
                    <a:lnTo>
                      <a:pt x="40513" y="252120"/>
                    </a:lnTo>
                    <a:lnTo>
                      <a:pt x="40398" y="253580"/>
                    </a:lnTo>
                    <a:lnTo>
                      <a:pt x="39128" y="295325"/>
                    </a:lnTo>
                    <a:lnTo>
                      <a:pt x="38430" y="344360"/>
                    </a:lnTo>
                    <a:lnTo>
                      <a:pt x="38138" y="379653"/>
                    </a:lnTo>
                    <a:lnTo>
                      <a:pt x="0" y="379501"/>
                    </a:lnTo>
                    <a:lnTo>
                      <a:pt x="56680" y="494030"/>
                    </a:lnTo>
                    <a:lnTo>
                      <a:pt x="104736" y="398894"/>
                    </a:lnTo>
                    <a:lnTo>
                      <a:pt x="114300" y="379971"/>
                    </a:lnTo>
                    <a:close/>
                  </a:path>
                  <a:path w="1501775" h="494030">
                    <a:moveTo>
                      <a:pt x="722312" y="212496"/>
                    </a:moveTo>
                    <a:lnTo>
                      <a:pt x="670814" y="212496"/>
                    </a:lnTo>
                    <a:lnTo>
                      <a:pt x="670585" y="212496"/>
                    </a:lnTo>
                    <a:lnTo>
                      <a:pt x="661873" y="219113"/>
                    </a:lnTo>
                    <a:lnTo>
                      <a:pt x="652475" y="224269"/>
                    </a:lnTo>
                    <a:lnTo>
                      <a:pt x="643674" y="227215"/>
                    </a:lnTo>
                    <a:lnTo>
                      <a:pt x="618820" y="230047"/>
                    </a:lnTo>
                    <a:lnTo>
                      <a:pt x="602970" y="235343"/>
                    </a:lnTo>
                    <a:lnTo>
                      <a:pt x="561149" y="266814"/>
                    </a:lnTo>
                    <a:lnTo>
                      <a:pt x="537781" y="297573"/>
                    </a:lnTo>
                    <a:lnTo>
                      <a:pt x="517880" y="334568"/>
                    </a:lnTo>
                    <a:lnTo>
                      <a:pt x="503301" y="378421"/>
                    </a:lnTo>
                    <a:lnTo>
                      <a:pt x="463994" y="372237"/>
                    </a:lnTo>
                    <a:lnTo>
                      <a:pt x="502678" y="494030"/>
                    </a:lnTo>
                    <a:lnTo>
                      <a:pt x="566483" y="404622"/>
                    </a:lnTo>
                    <a:lnTo>
                      <a:pt x="576910" y="390004"/>
                    </a:lnTo>
                    <a:lnTo>
                      <a:pt x="541096" y="384365"/>
                    </a:lnTo>
                    <a:lnTo>
                      <a:pt x="544969" y="369100"/>
                    </a:lnTo>
                    <a:lnTo>
                      <a:pt x="561225" y="332867"/>
                    </a:lnTo>
                    <a:lnTo>
                      <a:pt x="571804" y="315379"/>
                    </a:lnTo>
                    <a:lnTo>
                      <a:pt x="579894" y="303720"/>
                    </a:lnTo>
                    <a:lnTo>
                      <a:pt x="585114" y="297573"/>
                    </a:lnTo>
                    <a:lnTo>
                      <a:pt x="588645" y="293344"/>
                    </a:lnTo>
                    <a:lnTo>
                      <a:pt x="589216" y="292658"/>
                    </a:lnTo>
                    <a:lnTo>
                      <a:pt x="589991" y="291896"/>
                    </a:lnTo>
                    <a:lnTo>
                      <a:pt x="617308" y="270941"/>
                    </a:lnTo>
                    <a:lnTo>
                      <a:pt x="618299" y="270395"/>
                    </a:lnTo>
                    <a:lnTo>
                      <a:pt x="620750" y="269570"/>
                    </a:lnTo>
                    <a:lnTo>
                      <a:pt x="626427" y="267677"/>
                    </a:lnTo>
                    <a:lnTo>
                      <a:pt x="627113" y="267449"/>
                    </a:lnTo>
                    <a:lnTo>
                      <a:pt x="667804" y="259308"/>
                    </a:lnTo>
                    <a:lnTo>
                      <a:pt x="709574" y="227901"/>
                    </a:lnTo>
                    <a:lnTo>
                      <a:pt x="711923" y="225082"/>
                    </a:lnTo>
                    <a:lnTo>
                      <a:pt x="713066" y="223723"/>
                    </a:lnTo>
                    <a:lnTo>
                      <a:pt x="716191" y="219964"/>
                    </a:lnTo>
                    <a:lnTo>
                      <a:pt x="717473" y="218427"/>
                    </a:lnTo>
                    <a:lnTo>
                      <a:pt x="721715" y="213347"/>
                    </a:lnTo>
                    <a:lnTo>
                      <a:pt x="722312" y="212496"/>
                    </a:lnTo>
                    <a:close/>
                  </a:path>
                  <a:path w="1501775" h="494030">
                    <a:moveTo>
                      <a:pt x="729056" y="202755"/>
                    </a:moveTo>
                    <a:lnTo>
                      <a:pt x="680935" y="202755"/>
                    </a:lnTo>
                    <a:lnTo>
                      <a:pt x="680796" y="202755"/>
                    </a:lnTo>
                    <a:lnTo>
                      <a:pt x="671664" y="211670"/>
                    </a:lnTo>
                    <a:lnTo>
                      <a:pt x="670814" y="212496"/>
                    </a:lnTo>
                    <a:lnTo>
                      <a:pt x="671766" y="211670"/>
                    </a:lnTo>
                    <a:lnTo>
                      <a:pt x="722871" y="211670"/>
                    </a:lnTo>
                    <a:lnTo>
                      <a:pt x="723366" y="210959"/>
                    </a:lnTo>
                    <a:lnTo>
                      <a:pt x="729056" y="202755"/>
                    </a:lnTo>
                    <a:close/>
                  </a:path>
                  <a:path w="1501775" h="494030">
                    <a:moveTo>
                      <a:pt x="787146" y="1257"/>
                    </a:moveTo>
                    <a:lnTo>
                      <a:pt x="749058" y="0"/>
                    </a:lnTo>
                    <a:lnTo>
                      <a:pt x="748385" y="21894"/>
                    </a:lnTo>
                    <a:lnTo>
                      <a:pt x="746302" y="43662"/>
                    </a:lnTo>
                    <a:lnTo>
                      <a:pt x="742937" y="65112"/>
                    </a:lnTo>
                    <a:lnTo>
                      <a:pt x="738365" y="86042"/>
                    </a:lnTo>
                    <a:lnTo>
                      <a:pt x="735596" y="95859"/>
                    </a:lnTo>
                    <a:lnTo>
                      <a:pt x="732688" y="106260"/>
                    </a:lnTo>
                    <a:lnTo>
                      <a:pt x="728535" y="118224"/>
                    </a:lnTo>
                    <a:lnTo>
                      <a:pt x="726020" y="125564"/>
                    </a:lnTo>
                    <a:lnTo>
                      <a:pt x="720128" y="139687"/>
                    </a:lnTo>
                    <a:lnTo>
                      <a:pt x="718477" y="143751"/>
                    </a:lnTo>
                    <a:lnTo>
                      <a:pt x="710387" y="160096"/>
                    </a:lnTo>
                    <a:lnTo>
                      <a:pt x="710184" y="160616"/>
                    </a:lnTo>
                    <a:lnTo>
                      <a:pt x="701281" y="175971"/>
                    </a:lnTo>
                    <a:lnTo>
                      <a:pt x="698982" y="179285"/>
                    </a:lnTo>
                    <a:lnTo>
                      <a:pt x="691908" y="189598"/>
                    </a:lnTo>
                    <a:lnTo>
                      <a:pt x="681570" y="202006"/>
                    </a:lnTo>
                    <a:lnTo>
                      <a:pt x="680935" y="202755"/>
                    </a:lnTo>
                    <a:lnTo>
                      <a:pt x="681634" y="202006"/>
                    </a:lnTo>
                    <a:lnTo>
                      <a:pt x="729589" y="202006"/>
                    </a:lnTo>
                    <a:lnTo>
                      <a:pt x="730059" y="201320"/>
                    </a:lnTo>
                    <a:lnTo>
                      <a:pt x="732993" y="197078"/>
                    </a:lnTo>
                    <a:lnTo>
                      <a:pt x="752906" y="160096"/>
                    </a:lnTo>
                    <a:lnTo>
                      <a:pt x="768870" y="118224"/>
                    </a:lnTo>
                    <a:lnTo>
                      <a:pt x="780262" y="72745"/>
                    </a:lnTo>
                    <a:lnTo>
                      <a:pt x="786358" y="24968"/>
                    </a:lnTo>
                    <a:lnTo>
                      <a:pt x="787146" y="1257"/>
                    </a:lnTo>
                    <a:close/>
                  </a:path>
                  <a:path w="1501775" h="494030">
                    <a:moveTo>
                      <a:pt x="1390624" y="207670"/>
                    </a:moveTo>
                    <a:lnTo>
                      <a:pt x="1316913" y="207670"/>
                    </a:lnTo>
                    <a:lnTo>
                      <a:pt x="1316697" y="207670"/>
                    </a:lnTo>
                    <a:lnTo>
                      <a:pt x="1297292" y="215277"/>
                    </a:lnTo>
                    <a:lnTo>
                      <a:pt x="1276515" y="221157"/>
                    </a:lnTo>
                    <a:lnTo>
                      <a:pt x="1254493" y="224967"/>
                    </a:lnTo>
                    <a:lnTo>
                      <a:pt x="1255547" y="224777"/>
                    </a:lnTo>
                    <a:lnTo>
                      <a:pt x="1209167" y="227507"/>
                    </a:lnTo>
                    <a:lnTo>
                      <a:pt x="1159624" y="238772"/>
                    </a:lnTo>
                    <a:lnTo>
                      <a:pt x="1112913" y="259626"/>
                    </a:lnTo>
                    <a:lnTo>
                      <a:pt x="1070381" y="288544"/>
                    </a:lnTo>
                    <a:lnTo>
                      <a:pt x="1033310" y="324104"/>
                    </a:lnTo>
                    <a:lnTo>
                      <a:pt x="1004874" y="368604"/>
                    </a:lnTo>
                    <a:lnTo>
                      <a:pt x="965784" y="356616"/>
                    </a:lnTo>
                    <a:lnTo>
                      <a:pt x="986891" y="482650"/>
                    </a:lnTo>
                    <a:lnTo>
                      <a:pt x="1065695" y="399961"/>
                    </a:lnTo>
                    <a:lnTo>
                      <a:pt x="1075055" y="390144"/>
                    </a:lnTo>
                    <a:lnTo>
                      <a:pt x="1041755" y="379920"/>
                    </a:lnTo>
                    <a:lnTo>
                      <a:pt x="1047940" y="367271"/>
                    </a:lnTo>
                    <a:lnTo>
                      <a:pt x="1048766" y="365594"/>
                    </a:lnTo>
                    <a:lnTo>
                      <a:pt x="1050328" y="363664"/>
                    </a:lnTo>
                    <a:lnTo>
                      <a:pt x="1062431" y="348678"/>
                    </a:lnTo>
                    <a:lnTo>
                      <a:pt x="1066076" y="344982"/>
                    </a:lnTo>
                    <a:lnTo>
                      <a:pt x="1078026" y="332524"/>
                    </a:lnTo>
                    <a:lnTo>
                      <a:pt x="1094994" y="317639"/>
                    </a:lnTo>
                    <a:lnTo>
                      <a:pt x="1112481" y="304711"/>
                    </a:lnTo>
                    <a:lnTo>
                      <a:pt x="1113269" y="304228"/>
                    </a:lnTo>
                    <a:lnTo>
                      <a:pt x="1130935" y="293281"/>
                    </a:lnTo>
                    <a:lnTo>
                      <a:pt x="1171143" y="275170"/>
                    </a:lnTo>
                    <a:lnTo>
                      <a:pt x="1213180" y="265480"/>
                    </a:lnTo>
                    <a:lnTo>
                      <a:pt x="1212469" y="265480"/>
                    </a:lnTo>
                    <a:lnTo>
                      <a:pt x="1213535" y="265417"/>
                    </a:lnTo>
                    <a:lnTo>
                      <a:pt x="1216647" y="265226"/>
                    </a:lnTo>
                    <a:lnTo>
                      <a:pt x="1259916" y="262686"/>
                    </a:lnTo>
                    <a:lnTo>
                      <a:pt x="1309471" y="251434"/>
                    </a:lnTo>
                    <a:lnTo>
                      <a:pt x="1356169" y="230568"/>
                    </a:lnTo>
                    <a:lnTo>
                      <a:pt x="1365504" y="224777"/>
                    </a:lnTo>
                    <a:lnTo>
                      <a:pt x="1370914" y="221437"/>
                    </a:lnTo>
                    <a:lnTo>
                      <a:pt x="1371625" y="220992"/>
                    </a:lnTo>
                    <a:lnTo>
                      <a:pt x="1378038" y="217017"/>
                    </a:lnTo>
                    <a:lnTo>
                      <a:pt x="1379931" y="215620"/>
                    </a:lnTo>
                    <a:lnTo>
                      <a:pt x="1380731" y="215023"/>
                    </a:lnTo>
                    <a:lnTo>
                      <a:pt x="1390624" y="207670"/>
                    </a:lnTo>
                    <a:close/>
                  </a:path>
                  <a:path w="1501775" h="494030">
                    <a:moveTo>
                      <a:pt x="1403159" y="197726"/>
                    </a:moveTo>
                    <a:lnTo>
                      <a:pt x="1336827" y="197726"/>
                    </a:lnTo>
                    <a:lnTo>
                      <a:pt x="1336662" y="197726"/>
                    </a:lnTo>
                    <a:lnTo>
                      <a:pt x="1317701" y="207276"/>
                    </a:lnTo>
                    <a:lnTo>
                      <a:pt x="1316913" y="207670"/>
                    </a:lnTo>
                    <a:lnTo>
                      <a:pt x="1317802" y="207276"/>
                    </a:lnTo>
                    <a:lnTo>
                      <a:pt x="1391145" y="207276"/>
                    </a:lnTo>
                    <a:lnTo>
                      <a:pt x="1391589" y="206946"/>
                    </a:lnTo>
                    <a:lnTo>
                      <a:pt x="1398701" y="201650"/>
                    </a:lnTo>
                    <a:lnTo>
                      <a:pt x="1403159" y="197726"/>
                    </a:lnTo>
                    <a:close/>
                  </a:path>
                  <a:path w="1501775" h="494030">
                    <a:moveTo>
                      <a:pt x="1416481" y="185966"/>
                    </a:moveTo>
                    <a:lnTo>
                      <a:pt x="1355953" y="185966"/>
                    </a:lnTo>
                    <a:lnTo>
                      <a:pt x="1355826" y="185966"/>
                    </a:lnTo>
                    <a:lnTo>
                      <a:pt x="1337538" y="197281"/>
                    </a:lnTo>
                    <a:lnTo>
                      <a:pt x="1336827" y="197726"/>
                    </a:lnTo>
                    <a:lnTo>
                      <a:pt x="1337614" y="197281"/>
                    </a:lnTo>
                    <a:lnTo>
                      <a:pt x="1403654" y="197281"/>
                    </a:lnTo>
                    <a:lnTo>
                      <a:pt x="1404086" y="196913"/>
                    </a:lnTo>
                    <a:lnTo>
                      <a:pt x="1416481" y="185966"/>
                    </a:lnTo>
                    <a:close/>
                  </a:path>
                  <a:path w="1501775" h="494030">
                    <a:moveTo>
                      <a:pt x="1499946" y="28575"/>
                    </a:moveTo>
                    <a:lnTo>
                      <a:pt x="1461770" y="28575"/>
                    </a:lnTo>
                    <a:lnTo>
                      <a:pt x="1461630" y="28575"/>
                    </a:lnTo>
                    <a:lnTo>
                      <a:pt x="1460957" y="32156"/>
                    </a:lnTo>
                    <a:lnTo>
                      <a:pt x="1458429" y="46253"/>
                    </a:lnTo>
                    <a:lnTo>
                      <a:pt x="1455305" y="56426"/>
                    </a:lnTo>
                    <a:lnTo>
                      <a:pt x="1452435" y="66103"/>
                    </a:lnTo>
                    <a:lnTo>
                      <a:pt x="1446453" y="80124"/>
                    </a:lnTo>
                    <a:lnTo>
                      <a:pt x="1444205" y="85636"/>
                    </a:lnTo>
                    <a:lnTo>
                      <a:pt x="1434642" y="103098"/>
                    </a:lnTo>
                    <a:lnTo>
                      <a:pt x="1407718" y="140309"/>
                    </a:lnTo>
                    <a:lnTo>
                      <a:pt x="1381417" y="166103"/>
                    </a:lnTo>
                    <a:lnTo>
                      <a:pt x="1375333" y="171551"/>
                    </a:lnTo>
                    <a:lnTo>
                      <a:pt x="1357757" y="184619"/>
                    </a:lnTo>
                    <a:lnTo>
                      <a:pt x="1357287" y="185051"/>
                    </a:lnTo>
                    <a:lnTo>
                      <a:pt x="1356601" y="185483"/>
                    </a:lnTo>
                    <a:lnTo>
                      <a:pt x="1355953" y="185966"/>
                    </a:lnTo>
                    <a:lnTo>
                      <a:pt x="1356664" y="185483"/>
                    </a:lnTo>
                    <a:lnTo>
                      <a:pt x="1417027" y="185483"/>
                    </a:lnTo>
                    <a:lnTo>
                      <a:pt x="1451825" y="146227"/>
                    </a:lnTo>
                    <a:lnTo>
                      <a:pt x="1478076" y="103098"/>
                    </a:lnTo>
                    <a:lnTo>
                      <a:pt x="1495158" y="56426"/>
                    </a:lnTo>
                    <a:lnTo>
                      <a:pt x="1499717" y="32156"/>
                    </a:lnTo>
                    <a:lnTo>
                      <a:pt x="1499946" y="28575"/>
                    </a:lnTo>
                    <a:close/>
                  </a:path>
                  <a:path w="1501775" h="494030">
                    <a:moveTo>
                      <a:pt x="1501216" y="8763"/>
                    </a:moveTo>
                    <a:lnTo>
                      <a:pt x="1463192" y="6337"/>
                    </a:lnTo>
                    <a:lnTo>
                      <a:pt x="1461909" y="26276"/>
                    </a:lnTo>
                    <a:lnTo>
                      <a:pt x="1461846" y="27419"/>
                    </a:lnTo>
                    <a:lnTo>
                      <a:pt x="1461770" y="28575"/>
                    </a:lnTo>
                    <a:lnTo>
                      <a:pt x="1461909" y="27419"/>
                    </a:lnTo>
                    <a:lnTo>
                      <a:pt x="1500022" y="27419"/>
                    </a:lnTo>
                    <a:lnTo>
                      <a:pt x="1500098" y="26276"/>
                    </a:lnTo>
                    <a:lnTo>
                      <a:pt x="1501216" y="876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4" name="object 34"/>
              <p:cNvSpPr/>
              <p:nvPr/>
            </p:nvSpPr>
            <p:spPr>
              <a:xfrm>
                <a:off x="752322" y="2031275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2696146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2696146" y="449999"/>
                    </a:lnTo>
                    <a:lnTo>
                      <a:pt x="2696146" y="0"/>
                    </a:lnTo>
                    <a:close/>
                  </a:path>
                  <a:path w="4493895" h="450214">
                    <a:moveTo>
                      <a:pt x="4493374" y="0"/>
                    </a:moveTo>
                    <a:lnTo>
                      <a:pt x="3591903" y="0"/>
                    </a:lnTo>
                    <a:lnTo>
                      <a:pt x="3591903" y="449999"/>
                    </a:lnTo>
                    <a:lnTo>
                      <a:pt x="4493374" y="449999"/>
                    </a:lnTo>
                    <a:lnTo>
                      <a:pt x="4493374" y="0"/>
                    </a:lnTo>
                    <a:close/>
                  </a:path>
                </a:pathLst>
              </a:custGeom>
              <a:solidFill>
                <a:srgbClr val="C5E0B4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5" name="object 35"/>
              <p:cNvSpPr/>
              <p:nvPr/>
            </p:nvSpPr>
            <p:spPr>
              <a:xfrm>
                <a:off x="752331" y="2031273"/>
                <a:ext cx="449389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493895" h="450214">
                    <a:moveTo>
                      <a:pt x="0" y="0"/>
                    </a:moveTo>
                    <a:lnTo>
                      <a:pt x="4493365" y="0"/>
                    </a:lnTo>
                    <a:lnTo>
                      <a:pt x="449336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6" name="object 36"/>
              <p:cNvSpPr/>
              <p:nvPr/>
            </p:nvSpPr>
            <p:spPr>
              <a:xfrm>
                <a:off x="3448471" y="2035417"/>
                <a:ext cx="89598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95985" h="450214">
                    <a:moveTo>
                      <a:pt x="895756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895756" y="450000"/>
                    </a:lnTo>
                    <a:lnTo>
                      <a:pt x="895756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7" name="object 37"/>
              <p:cNvSpPr/>
              <p:nvPr/>
            </p:nvSpPr>
            <p:spPr>
              <a:xfrm>
                <a:off x="3448471" y="2035417"/>
                <a:ext cx="89598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95985" h="450214">
                    <a:moveTo>
                      <a:pt x="0" y="0"/>
                    </a:moveTo>
                    <a:lnTo>
                      <a:pt x="895756" y="0"/>
                    </a:lnTo>
                    <a:lnTo>
                      <a:pt x="895756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8" name="object 38"/>
              <p:cNvSpPr/>
              <p:nvPr/>
            </p:nvSpPr>
            <p:spPr>
              <a:xfrm>
                <a:off x="1652332" y="1792828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39" name="object 39"/>
              <p:cNvSpPr/>
              <p:nvPr/>
            </p:nvSpPr>
            <p:spPr>
              <a:xfrm>
                <a:off x="2544132" y="1792828"/>
                <a:ext cx="0" cy="837565"/>
              </a:xfrm>
              <a:custGeom>
                <a:avLst/>
                <a:gdLst/>
                <a:ahLst/>
                <a:cxnLst/>
                <a:rect l="l" t="t" r="r" b="b"/>
                <a:pathLst>
                  <a:path h="837564">
                    <a:moveTo>
                      <a:pt x="0" y="0"/>
                    </a:moveTo>
                    <a:lnTo>
                      <a:pt x="1" y="837003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0" name="object 40"/>
              <p:cNvSpPr/>
              <p:nvPr/>
            </p:nvSpPr>
            <p:spPr>
              <a:xfrm>
                <a:off x="3448306" y="1792828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1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1" name="object 41"/>
              <p:cNvSpPr/>
              <p:nvPr/>
            </p:nvSpPr>
            <p:spPr>
              <a:xfrm>
                <a:off x="4344230" y="1792828"/>
                <a:ext cx="0" cy="872490"/>
              </a:xfrm>
              <a:custGeom>
                <a:avLst/>
                <a:gdLst/>
                <a:ahLst/>
                <a:cxnLst/>
                <a:rect l="l" t="t" r="r" b="b"/>
                <a:pathLst>
                  <a:path h="872489">
                    <a:moveTo>
                      <a:pt x="0" y="0"/>
                    </a:moveTo>
                    <a:lnTo>
                      <a:pt x="1" y="872292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2" name="object 42"/>
              <p:cNvSpPr/>
              <p:nvPr/>
            </p:nvSpPr>
            <p:spPr>
              <a:xfrm>
                <a:off x="794655" y="3996162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71753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717535" y="450000"/>
                    </a:lnTo>
                    <a:lnTo>
                      <a:pt x="717535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3" name="object 43"/>
              <p:cNvSpPr/>
              <p:nvPr/>
            </p:nvSpPr>
            <p:spPr>
              <a:xfrm>
                <a:off x="794655" y="3996162"/>
                <a:ext cx="71755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717550" h="450214">
                    <a:moveTo>
                      <a:pt x="0" y="0"/>
                    </a:moveTo>
                    <a:lnTo>
                      <a:pt x="717536" y="0"/>
                    </a:lnTo>
                    <a:lnTo>
                      <a:pt x="717536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4" name="object 44"/>
              <p:cNvSpPr/>
              <p:nvPr/>
            </p:nvSpPr>
            <p:spPr>
              <a:xfrm>
                <a:off x="1512902" y="3996162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379216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379216" y="450000"/>
                    </a:lnTo>
                    <a:lnTo>
                      <a:pt x="379216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5" name="object 45"/>
              <p:cNvSpPr/>
              <p:nvPr/>
            </p:nvSpPr>
            <p:spPr>
              <a:xfrm>
                <a:off x="1512902" y="3996162"/>
                <a:ext cx="37973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379730" h="450214">
                    <a:moveTo>
                      <a:pt x="0" y="0"/>
                    </a:moveTo>
                    <a:lnTo>
                      <a:pt x="379217" y="0"/>
                    </a:lnTo>
                    <a:lnTo>
                      <a:pt x="379217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6" name="object 46"/>
              <p:cNvSpPr/>
              <p:nvPr/>
            </p:nvSpPr>
            <p:spPr>
              <a:xfrm>
                <a:off x="1886992" y="3996162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627970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627970" y="450000"/>
                    </a:lnTo>
                    <a:lnTo>
                      <a:pt x="627970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7" name="object 47"/>
              <p:cNvSpPr/>
              <p:nvPr/>
            </p:nvSpPr>
            <p:spPr>
              <a:xfrm>
                <a:off x="1886992" y="3996162"/>
                <a:ext cx="6280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628014" h="450214">
                    <a:moveTo>
                      <a:pt x="0" y="0"/>
                    </a:moveTo>
                    <a:lnTo>
                      <a:pt x="627971" y="0"/>
                    </a:lnTo>
                    <a:lnTo>
                      <a:pt x="627971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8" name="object 48"/>
              <p:cNvSpPr/>
              <p:nvPr/>
            </p:nvSpPr>
            <p:spPr>
              <a:xfrm>
                <a:off x="2514964" y="3996162"/>
                <a:ext cx="41592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5925" h="450214">
                    <a:moveTo>
                      <a:pt x="0" y="0"/>
                    </a:moveTo>
                    <a:lnTo>
                      <a:pt x="415750" y="0"/>
                    </a:lnTo>
                    <a:lnTo>
                      <a:pt x="41575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9" name="object 49"/>
              <p:cNvSpPr/>
              <p:nvPr/>
            </p:nvSpPr>
            <p:spPr>
              <a:xfrm>
                <a:off x="2929407" y="3996162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834315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834315" y="450000"/>
                    </a:lnTo>
                    <a:lnTo>
                      <a:pt x="834315" y="0"/>
                    </a:lnTo>
                    <a:close/>
                  </a:path>
                </a:pathLst>
              </a:custGeom>
              <a:solidFill>
                <a:srgbClr val="FFE699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0" name="object 50"/>
              <p:cNvSpPr/>
              <p:nvPr/>
            </p:nvSpPr>
            <p:spPr>
              <a:xfrm>
                <a:off x="2929407" y="3996162"/>
                <a:ext cx="83439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4389" h="450214">
                    <a:moveTo>
                      <a:pt x="0" y="0"/>
                    </a:moveTo>
                    <a:lnTo>
                      <a:pt x="834315" y="0"/>
                    </a:lnTo>
                    <a:lnTo>
                      <a:pt x="834315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1" name="object 51"/>
              <p:cNvSpPr/>
              <p:nvPr/>
            </p:nvSpPr>
            <p:spPr>
              <a:xfrm>
                <a:off x="1096264" y="2468346"/>
                <a:ext cx="3665220" cy="1528445"/>
              </a:xfrm>
              <a:custGeom>
                <a:avLst/>
                <a:gdLst/>
                <a:ahLst/>
                <a:cxnLst/>
                <a:rect l="l" t="t" r="r" b="b"/>
                <a:pathLst>
                  <a:path w="3665220" h="1528445">
                    <a:moveTo>
                      <a:pt x="76200" y="1079728"/>
                    </a:moveTo>
                    <a:lnTo>
                      <a:pt x="38100" y="1079728"/>
                    </a:lnTo>
                    <a:lnTo>
                      <a:pt x="38100" y="1232128"/>
                    </a:lnTo>
                    <a:lnTo>
                      <a:pt x="76200" y="1232128"/>
                    </a:lnTo>
                    <a:lnTo>
                      <a:pt x="76200" y="1079728"/>
                    </a:lnTo>
                    <a:close/>
                  </a:path>
                  <a:path w="3665220" h="1528445">
                    <a:moveTo>
                      <a:pt x="76200" y="813028"/>
                    </a:moveTo>
                    <a:lnTo>
                      <a:pt x="38100" y="813028"/>
                    </a:lnTo>
                    <a:lnTo>
                      <a:pt x="38100" y="965428"/>
                    </a:lnTo>
                    <a:lnTo>
                      <a:pt x="76200" y="965428"/>
                    </a:lnTo>
                    <a:lnTo>
                      <a:pt x="76200" y="813028"/>
                    </a:lnTo>
                    <a:close/>
                  </a:path>
                  <a:path w="3665220" h="1528445">
                    <a:moveTo>
                      <a:pt x="76200" y="546328"/>
                    </a:moveTo>
                    <a:lnTo>
                      <a:pt x="38100" y="546328"/>
                    </a:lnTo>
                    <a:lnTo>
                      <a:pt x="38100" y="698728"/>
                    </a:lnTo>
                    <a:lnTo>
                      <a:pt x="76200" y="698728"/>
                    </a:lnTo>
                    <a:lnTo>
                      <a:pt x="76200" y="546328"/>
                    </a:lnTo>
                    <a:close/>
                  </a:path>
                  <a:path w="3665220" h="1528445">
                    <a:moveTo>
                      <a:pt x="76200" y="279628"/>
                    </a:moveTo>
                    <a:lnTo>
                      <a:pt x="38100" y="279628"/>
                    </a:lnTo>
                    <a:lnTo>
                      <a:pt x="38100" y="432028"/>
                    </a:lnTo>
                    <a:lnTo>
                      <a:pt x="76200" y="432028"/>
                    </a:lnTo>
                    <a:lnTo>
                      <a:pt x="76200" y="279628"/>
                    </a:lnTo>
                    <a:close/>
                  </a:path>
                  <a:path w="3665220" h="1528445">
                    <a:moveTo>
                      <a:pt x="76200" y="12928"/>
                    </a:moveTo>
                    <a:lnTo>
                      <a:pt x="38100" y="12928"/>
                    </a:lnTo>
                    <a:lnTo>
                      <a:pt x="38100" y="165328"/>
                    </a:lnTo>
                    <a:lnTo>
                      <a:pt x="76200" y="165328"/>
                    </a:lnTo>
                    <a:lnTo>
                      <a:pt x="76200" y="12928"/>
                    </a:lnTo>
                    <a:close/>
                  </a:path>
                  <a:path w="3665220" h="1528445">
                    <a:moveTo>
                      <a:pt x="114300" y="1413522"/>
                    </a:moveTo>
                    <a:lnTo>
                      <a:pt x="76200" y="1413522"/>
                    </a:lnTo>
                    <a:lnTo>
                      <a:pt x="76200" y="1346428"/>
                    </a:lnTo>
                    <a:lnTo>
                      <a:pt x="38100" y="1346428"/>
                    </a:lnTo>
                    <a:lnTo>
                      <a:pt x="38100" y="1413522"/>
                    </a:lnTo>
                    <a:lnTo>
                      <a:pt x="0" y="1413522"/>
                    </a:lnTo>
                    <a:lnTo>
                      <a:pt x="57150" y="1527822"/>
                    </a:lnTo>
                    <a:lnTo>
                      <a:pt x="104775" y="1432572"/>
                    </a:lnTo>
                    <a:lnTo>
                      <a:pt x="114300" y="1413522"/>
                    </a:lnTo>
                    <a:close/>
                  </a:path>
                  <a:path w="3665220" h="1528445">
                    <a:moveTo>
                      <a:pt x="688835" y="1430312"/>
                    </a:moveTo>
                    <a:lnTo>
                      <a:pt x="651827" y="1421282"/>
                    </a:lnTo>
                    <a:lnTo>
                      <a:pt x="678230" y="1312989"/>
                    </a:lnTo>
                    <a:lnTo>
                      <a:pt x="641210" y="1303972"/>
                    </a:lnTo>
                    <a:lnTo>
                      <a:pt x="614807" y="1412265"/>
                    </a:lnTo>
                    <a:lnTo>
                      <a:pt x="577799" y="1403235"/>
                    </a:lnTo>
                    <a:lnTo>
                      <a:pt x="606247" y="1527822"/>
                    </a:lnTo>
                    <a:lnTo>
                      <a:pt x="680808" y="1439799"/>
                    </a:lnTo>
                    <a:lnTo>
                      <a:pt x="688835" y="1430312"/>
                    </a:lnTo>
                    <a:close/>
                  </a:path>
                  <a:path w="3665220" h="1528445">
                    <a:moveTo>
                      <a:pt x="741400" y="1053884"/>
                    </a:moveTo>
                    <a:lnTo>
                      <a:pt x="704392" y="1044854"/>
                    </a:lnTo>
                    <a:lnTo>
                      <a:pt x="668286" y="1192923"/>
                    </a:lnTo>
                    <a:lnTo>
                      <a:pt x="705307" y="1201940"/>
                    </a:lnTo>
                    <a:lnTo>
                      <a:pt x="741400" y="1053884"/>
                    </a:lnTo>
                    <a:close/>
                  </a:path>
                  <a:path w="3665220" h="1528445">
                    <a:moveTo>
                      <a:pt x="804583" y="794778"/>
                    </a:moveTo>
                    <a:lnTo>
                      <a:pt x="767562" y="785749"/>
                    </a:lnTo>
                    <a:lnTo>
                      <a:pt x="731469" y="933805"/>
                    </a:lnTo>
                    <a:lnTo>
                      <a:pt x="768477" y="942835"/>
                    </a:lnTo>
                    <a:lnTo>
                      <a:pt x="804583" y="794778"/>
                    </a:lnTo>
                    <a:close/>
                  </a:path>
                  <a:path w="3665220" h="1528445">
                    <a:moveTo>
                      <a:pt x="867752" y="535660"/>
                    </a:moveTo>
                    <a:lnTo>
                      <a:pt x="830745" y="526643"/>
                    </a:lnTo>
                    <a:lnTo>
                      <a:pt x="794639" y="674700"/>
                    </a:lnTo>
                    <a:lnTo>
                      <a:pt x="831659" y="683729"/>
                    </a:lnTo>
                    <a:lnTo>
                      <a:pt x="867752" y="535660"/>
                    </a:lnTo>
                    <a:close/>
                  </a:path>
                  <a:path w="3665220" h="1528445">
                    <a:moveTo>
                      <a:pt x="930935" y="276555"/>
                    </a:moveTo>
                    <a:lnTo>
                      <a:pt x="893914" y="267525"/>
                    </a:lnTo>
                    <a:lnTo>
                      <a:pt x="857808" y="415594"/>
                    </a:lnTo>
                    <a:lnTo>
                      <a:pt x="894829" y="424611"/>
                    </a:lnTo>
                    <a:lnTo>
                      <a:pt x="930935" y="276555"/>
                    </a:lnTo>
                    <a:close/>
                  </a:path>
                  <a:path w="3665220" h="1528445">
                    <a:moveTo>
                      <a:pt x="994105" y="17449"/>
                    </a:moveTo>
                    <a:lnTo>
                      <a:pt x="957084" y="8420"/>
                    </a:lnTo>
                    <a:lnTo>
                      <a:pt x="920991" y="156489"/>
                    </a:lnTo>
                    <a:lnTo>
                      <a:pt x="958011" y="165506"/>
                    </a:lnTo>
                    <a:lnTo>
                      <a:pt x="994105" y="17449"/>
                    </a:lnTo>
                    <a:close/>
                  </a:path>
                  <a:path w="3665220" h="1528445">
                    <a:moveTo>
                      <a:pt x="1208544" y="1453337"/>
                    </a:moveTo>
                    <a:lnTo>
                      <a:pt x="1206830" y="1452435"/>
                    </a:lnTo>
                    <a:lnTo>
                      <a:pt x="1144930" y="1419821"/>
                    </a:lnTo>
                    <a:lnTo>
                      <a:pt x="1107414" y="1400060"/>
                    </a:lnTo>
                    <a:lnTo>
                      <a:pt x="1104709" y="1527822"/>
                    </a:lnTo>
                    <a:lnTo>
                      <a:pt x="1208544" y="1453337"/>
                    </a:lnTo>
                    <a:close/>
                  </a:path>
                  <a:path w="3665220" h="1528445">
                    <a:moveTo>
                      <a:pt x="1298079" y="1201623"/>
                    </a:moveTo>
                    <a:lnTo>
                      <a:pt x="1264373" y="1183855"/>
                    </a:lnTo>
                    <a:lnTo>
                      <a:pt x="1193342" y="1318691"/>
                    </a:lnTo>
                    <a:lnTo>
                      <a:pt x="1227048" y="1336446"/>
                    </a:lnTo>
                    <a:lnTo>
                      <a:pt x="1298079" y="1201623"/>
                    </a:lnTo>
                    <a:close/>
                  </a:path>
                  <a:path w="3665220" h="1528445">
                    <a:moveTo>
                      <a:pt x="1422387" y="965657"/>
                    </a:moveTo>
                    <a:lnTo>
                      <a:pt x="1388681" y="947902"/>
                    </a:lnTo>
                    <a:lnTo>
                      <a:pt x="1317650" y="1082738"/>
                    </a:lnTo>
                    <a:lnTo>
                      <a:pt x="1351356" y="1100493"/>
                    </a:lnTo>
                    <a:lnTo>
                      <a:pt x="1422387" y="965657"/>
                    </a:lnTo>
                    <a:close/>
                  </a:path>
                  <a:path w="3665220" h="1528445">
                    <a:moveTo>
                      <a:pt x="1546694" y="729691"/>
                    </a:moveTo>
                    <a:lnTo>
                      <a:pt x="1512976" y="711936"/>
                    </a:lnTo>
                    <a:lnTo>
                      <a:pt x="1441945" y="846772"/>
                    </a:lnTo>
                    <a:lnTo>
                      <a:pt x="1475663" y="864527"/>
                    </a:lnTo>
                    <a:lnTo>
                      <a:pt x="1546694" y="729691"/>
                    </a:lnTo>
                    <a:close/>
                  </a:path>
                  <a:path w="3665220" h="1528445">
                    <a:moveTo>
                      <a:pt x="1670989" y="493737"/>
                    </a:moveTo>
                    <a:lnTo>
                      <a:pt x="1637284" y="475970"/>
                    </a:lnTo>
                    <a:lnTo>
                      <a:pt x="1566252" y="610806"/>
                    </a:lnTo>
                    <a:lnTo>
                      <a:pt x="1599958" y="628573"/>
                    </a:lnTo>
                    <a:lnTo>
                      <a:pt x="1670989" y="493737"/>
                    </a:lnTo>
                    <a:close/>
                  </a:path>
                  <a:path w="3665220" h="1528445">
                    <a:moveTo>
                      <a:pt x="1741817" y="1472615"/>
                    </a:moveTo>
                    <a:lnTo>
                      <a:pt x="1651558" y="1402499"/>
                    </a:lnTo>
                    <a:lnTo>
                      <a:pt x="1626565" y="1527822"/>
                    </a:lnTo>
                    <a:lnTo>
                      <a:pt x="1741817" y="1472615"/>
                    </a:lnTo>
                    <a:close/>
                  </a:path>
                  <a:path w="3665220" h="1528445">
                    <a:moveTo>
                      <a:pt x="1795297" y="257771"/>
                    </a:moveTo>
                    <a:lnTo>
                      <a:pt x="1761591" y="240017"/>
                    </a:lnTo>
                    <a:lnTo>
                      <a:pt x="1690560" y="374853"/>
                    </a:lnTo>
                    <a:lnTo>
                      <a:pt x="1724266" y="392607"/>
                    </a:lnTo>
                    <a:lnTo>
                      <a:pt x="1795297" y="257771"/>
                    </a:lnTo>
                    <a:close/>
                  </a:path>
                  <a:path w="3665220" h="1528445">
                    <a:moveTo>
                      <a:pt x="1833486" y="1292491"/>
                    </a:moveTo>
                    <a:lnTo>
                      <a:pt x="1803400" y="1269123"/>
                    </a:lnTo>
                    <a:lnTo>
                      <a:pt x="1709902" y="1389481"/>
                    </a:lnTo>
                    <a:lnTo>
                      <a:pt x="1740001" y="1412849"/>
                    </a:lnTo>
                    <a:lnTo>
                      <a:pt x="1833486" y="1292491"/>
                    </a:lnTo>
                    <a:close/>
                  </a:path>
                  <a:path w="3665220" h="1528445">
                    <a:moveTo>
                      <a:pt x="1919605" y="21805"/>
                    </a:moveTo>
                    <a:lnTo>
                      <a:pt x="1885886" y="4051"/>
                    </a:lnTo>
                    <a:lnTo>
                      <a:pt x="1814855" y="138887"/>
                    </a:lnTo>
                    <a:lnTo>
                      <a:pt x="1848573" y="156641"/>
                    </a:lnTo>
                    <a:lnTo>
                      <a:pt x="1919605" y="21805"/>
                    </a:lnTo>
                    <a:close/>
                  </a:path>
                  <a:path w="3665220" h="1528445">
                    <a:moveTo>
                      <a:pt x="1997087" y="1081874"/>
                    </a:moveTo>
                    <a:lnTo>
                      <a:pt x="1967001" y="1058506"/>
                    </a:lnTo>
                    <a:lnTo>
                      <a:pt x="1873516" y="1178864"/>
                    </a:lnTo>
                    <a:lnTo>
                      <a:pt x="1903603" y="1202232"/>
                    </a:lnTo>
                    <a:lnTo>
                      <a:pt x="1997087" y="1081874"/>
                    </a:lnTo>
                    <a:close/>
                  </a:path>
                  <a:path w="3665220" h="1528445">
                    <a:moveTo>
                      <a:pt x="2160701" y="871258"/>
                    </a:moveTo>
                    <a:lnTo>
                      <a:pt x="2130615" y="847877"/>
                    </a:lnTo>
                    <a:lnTo>
                      <a:pt x="2037118" y="968235"/>
                    </a:lnTo>
                    <a:lnTo>
                      <a:pt x="2067204" y="991603"/>
                    </a:lnTo>
                    <a:lnTo>
                      <a:pt x="2160701" y="871258"/>
                    </a:lnTo>
                    <a:close/>
                  </a:path>
                  <a:path w="3665220" h="1528445">
                    <a:moveTo>
                      <a:pt x="2324303" y="660628"/>
                    </a:moveTo>
                    <a:lnTo>
                      <a:pt x="2294217" y="637260"/>
                    </a:lnTo>
                    <a:lnTo>
                      <a:pt x="2200732" y="757618"/>
                    </a:lnTo>
                    <a:lnTo>
                      <a:pt x="2230818" y="780986"/>
                    </a:lnTo>
                    <a:lnTo>
                      <a:pt x="2324303" y="660628"/>
                    </a:lnTo>
                    <a:close/>
                  </a:path>
                  <a:path w="3665220" h="1528445">
                    <a:moveTo>
                      <a:pt x="2397620" y="1396555"/>
                    </a:moveTo>
                    <a:lnTo>
                      <a:pt x="2369655" y="1370685"/>
                    </a:lnTo>
                    <a:lnTo>
                      <a:pt x="2313914" y="1430972"/>
                    </a:lnTo>
                    <a:lnTo>
                      <a:pt x="2285936" y="1405102"/>
                    </a:lnTo>
                    <a:lnTo>
                      <a:pt x="2250300" y="1527822"/>
                    </a:lnTo>
                    <a:lnTo>
                      <a:pt x="2369858" y="1482699"/>
                    </a:lnTo>
                    <a:lnTo>
                      <a:pt x="2357005" y="1470825"/>
                    </a:lnTo>
                    <a:lnTo>
                      <a:pt x="2341880" y="1456842"/>
                    </a:lnTo>
                    <a:lnTo>
                      <a:pt x="2397620" y="1396555"/>
                    </a:lnTo>
                    <a:close/>
                  </a:path>
                  <a:path w="3665220" h="1528445">
                    <a:moveTo>
                      <a:pt x="2487917" y="450011"/>
                    </a:moveTo>
                    <a:lnTo>
                      <a:pt x="2457818" y="426631"/>
                    </a:lnTo>
                    <a:lnTo>
                      <a:pt x="2364333" y="546989"/>
                    </a:lnTo>
                    <a:lnTo>
                      <a:pt x="2394420" y="570369"/>
                    </a:lnTo>
                    <a:lnTo>
                      <a:pt x="2487917" y="450011"/>
                    </a:lnTo>
                    <a:close/>
                  </a:path>
                  <a:path w="3665220" h="1528445">
                    <a:moveTo>
                      <a:pt x="2578697" y="1200746"/>
                    </a:moveTo>
                    <a:lnTo>
                      <a:pt x="2550718" y="1174877"/>
                    </a:lnTo>
                    <a:lnTo>
                      <a:pt x="2447252" y="1286776"/>
                    </a:lnTo>
                    <a:lnTo>
                      <a:pt x="2475230" y="1312633"/>
                    </a:lnTo>
                    <a:lnTo>
                      <a:pt x="2578697" y="1200746"/>
                    </a:lnTo>
                    <a:close/>
                  </a:path>
                  <a:path w="3665220" h="1528445">
                    <a:moveTo>
                      <a:pt x="2651518" y="239382"/>
                    </a:moveTo>
                    <a:lnTo>
                      <a:pt x="2621432" y="216014"/>
                    </a:lnTo>
                    <a:lnTo>
                      <a:pt x="2527935" y="336372"/>
                    </a:lnTo>
                    <a:lnTo>
                      <a:pt x="2558034" y="359740"/>
                    </a:lnTo>
                    <a:lnTo>
                      <a:pt x="2651518" y="239382"/>
                    </a:lnTo>
                    <a:close/>
                  </a:path>
                  <a:path w="3665220" h="1528445">
                    <a:moveTo>
                      <a:pt x="2759760" y="1004925"/>
                    </a:moveTo>
                    <a:lnTo>
                      <a:pt x="2731795" y="979068"/>
                    </a:lnTo>
                    <a:lnTo>
                      <a:pt x="2628315" y="1090955"/>
                    </a:lnTo>
                    <a:lnTo>
                      <a:pt x="2656294" y="1116825"/>
                    </a:lnTo>
                    <a:lnTo>
                      <a:pt x="2759760" y="1004925"/>
                    </a:lnTo>
                    <a:close/>
                  </a:path>
                  <a:path w="3665220" h="1528445">
                    <a:moveTo>
                      <a:pt x="2815120" y="28765"/>
                    </a:moveTo>
                    <a:lnTo>
                      <a:pt x="2785033" y="5384"/>
                    </a:lnTo>
                    <a:lnTo>
                      <a:pt x="2691549" y="125742"/>
                    </a:lnTo>
                    <a:lnTo>
                      <a:pt x="2721635" y="149123"/>
                    </a:lnTo>
                    <a:lnTo>
                      <a:pt x="2815120" y="28765"/>
                    </a:lnTo>
                    <a:close/>
                  </a:path>
                  <a:path w="3665220" h="1528445">
                    <a:moveTo>
                      <a:pt x="2940837" y="809117"/>
                    </a:moveTo>
                    <a:lnTo>
                      <a:pt x="2912859" y="783247"/>
                    </a:lnTo>
                    <a:lnTo>
                      <a:pt x="2809392" y="895146"/>
                    </a:lnTo>
                    <a:lnTo>
                      <a:pt x="2837357" y="921016"/>
                    </a:lnTo>
                    <a:lnTo>
                      <a:pt x="2940837" y="809117"/>
                    </a:lnTo>
                    <a:close/>
                  </a:path>
                  <a:path w="3665220" h="1528445">
                    <a:moveTo>
                      <a:pt x="3121901" y="613308"/>
                    </a:moveTo>
                    <a:lnTo>
                      <a:pt x="3093923" y="587438"/>
                    </a:lnTo>
                    <a:lnTo>
                      <a:pt x="2990456" y="699325"/>
                    </a:lnTo>
                    <a:lnTo>
                      <a:pt x="3018434" y="725195"/>
                    </a:lnTo>
                    <a:lnTo>
                      <a:pt x="3121901" y="613308"/>
                    </a:lnTo>
                    <a:close/>
                  </a:path>
                  <a:path w="3665220" h="1528445">
                    <a:moveTo>
                      <a:pt x="3302965" y="417487"/>
                    </a:moveTo>
                    <a:lnTo>
                      <a:pt x="3274999" y="391629"/>
                    </a:lnTo>
                    <a:lnTo>
                      <a:pt x="3171533" y="503516"/>
                    </a:lnTo>
                    <a:lnTo>
                      <a:pt x="3199498" y="529386"/>
                    </a:lnTo>
                    <a:lnTo>
                      <a:pt x="3302965" y="417487"/>
                    </a:lnTo>
                    <a:close/>
                  </a:path>
                  <a:path w="3665220" h="1528445">
                    <a:moveTo>
                      <a:pt x="3484041" y="221678"/>
                    </a:moveTo>
                    <a:lnTo>
                      <a:pt x="3456063" y="195808"/>
                    </a:lnTo>
                    <a:lnTo>
                      <a:pt x="3352596" y="307708"/>
                    </a:lnTo>
                    <a:lnTo>
                      <a:pt x="3380575" y="333578"/>
                    </a:lnTo>
                    <a:lnTo>
                      <a:pt x="3484041" y="221678"/>
                    </a:lnTo>
                    <a:close/>
                  </a:path>
                  <a:path w="3665220" h="1528445">
                    <a:moveTo>
                      <a:pt x="3665105" y="25869"/>
                    </a:moveTo>
                    <a:lnTo>
                      <a:pt x="3637140" y="0"/>
                    </a:lnTo>
                    <a:lnTo>
                      <a:pt x="3533673" y="111887"/>
                    </a:lnTo>
                    <a:lnTo>
                      <a:pt x="3561638" y="137756"/>
                    </a:lnTo>
                    <a:lnTo>
                      <a:pt x="3665105" y="25869"/>
                    </a:lnTo>
                    <a:close/>
                  </a:path>
                </a:pathLst>
              </a:custGeom>
              <a:solidFill>
                <a:srgbClr val="000000">
                  <a:alpha val="39999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2" name="object 52"/>
              <p:cNvSpPr/>
              <p:nvPr/>
            </p:nvSpPr>
            <p:spPr>
              <a:xfrm>
                <a:off x="4061579" y="2137533"/>
                <a:ext cx="9017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0170" h="91439">
                    <a:moveTo>
                      <a:pt x="0" y="0"/>
                    </a:moveTo>
                    <a:lnTo>
                      <a:pt x="90000" y="0"/>
                    </a:lnTo>
                    <a:lnTo>
                      <a:pt x="90000" y="91440"/>
                    </a:lnTo>
                    <a:lnTo>
                      <a:pt x="0" y="91440"/>
                    </a:lnTo>
                    <a:lnTo>
                      <a:pt x="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3" name="object 53"/>
              <p:cNvSpPr/>
              <p:nvPr/>
            </p:nvSpPr>
            <p:spPr>
              <a:xfrm>
                <a:off x="2514964" y="3996162"/>
                <a:ext cx="4146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4655" h="450214">
                    <a:moveTo>
                      <a:pt x="414444" y="0"/>
                    </a:moveTo>
                    <a:lnTo>
                      <a:pt x="0" y="0"/>
                    </a:lnTo>
                    <a:lnTo>
                      <a:pt x="0" y="450000"/>
                    </a:lnTo>
                    <a:lnTo>
                      <a:pt x="414444" y="450000"/>
                    </a:lnTo>
                    <a:lnTo>
                      <a:pt x="414444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4" name="object 54"/>
              <p:cNvSpPr/>
              <p:nvPr/>
            </p:nvSpPr>
            <p:spPr>
              <a:xfrm>
                <a:off x="2514964" y="3996162"/>
                <a:ext cx="4146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14655" h="450214">
                    <a:moveTo>
                      <a:pt x="0" y="0"/>
                    </a:moveTo>
                    <a:lnTo>
                      <a:pt x="414444" y="0"/>
                    </a:lnTo>
                    <a:lnTo>
                      <a:pt x="414444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5" name="object 55"/>
              <p:cNvSpPr/>
              <p:nvPr/>
            </p:nvSpPr>
            <p:spPr>
              <a:xfrm>
                <a:off x="2722186" y="2473727"/>
                <a:ext cx="1189355" cy="1522730"/>
              </a:xfrm>
              <a:custGeom>
                <a:avLst/>
                <a:gdLst/>
                <a:ahLst/>
                <a:cxnLst/>
                <a:rect l="l" t="t" r="r" b="b"/>
                <a:pathLst>
                  <a:path w="1189354" h="1522729">
                    <a:moveTo>
                      <a:pt x="1159122" y="0"/>
                    </a:moveTo>
                    <a:lnTo>
                      <a:pt x="1065599" y="120329"/>
                    </a:lnTo>
                    <a:lnTo>
                      <a:pt x="1095682" y="143710"/>
                    </a:lnTo>
                    <a:lnTo>
                      <a:pt x="1189205" y="23380"/>
                    </a:lnTo>
                    <a:lnTo>
                      <a:pt x="1159122" y="0"/>
                    </a:lnTo>
                    <a:close/>
                  </a:path>
                  <a:path w="1189354" h="1522729">
                    <a:moveTo>
                      <a:pt x="995459" y="210578"/>
                    </a:moveTo>
                    <a:lnTo>
                      <a:pt x="901937" y="330908"/>
                    </a:lnTo>
                    <a:lnTo>
                      <a:pt x="932019" y="354289"/>
                    </a:lnTo>
                    <a:lnTo>
                      <a:pt x="1025541" y="233959"/>
                    </a:lnTo>
                    <a:lnTo>
                      <a:pt x="995459" y="210578"/>
                    </a:lnTo>
                    <a:close/>
                  </a:path>
                  <a:path w="1189354" h="1522729">
                    <a:moveTo>
                      <a:pt x="831795" y="421157"/>
                    </a:moveTo>
                    <a:lnTo>
                      <a:pt x="738273" y="541487"/>
                    </a:lnTo>
                    <a:lnTo>
                      <a:pt x="768356" y="564868"/>
                    </a:lnTo>
                    <a:lnTo>
                      <a:pt x="861877" y="444536"/>
                    </a:lnTo>
                    <a:lnTo>
                      <a:pt x="831795" y="421157"/>
                    </a:lnTo>
                    <a:close/>
                  </a:path>
                  <a:path w="1189354" h="1522729">
                    <a:moveTo>
                      <a:pt x="668133" y="631734"/>
                    </a:moveTo>
                    <a:lnTo>
                      <a:pt x="574610" y="752066"/>
                    </a:lnTo>
                    <a:lnTo>
                      <a:pt x="604693" y="775446"/>
                    </a:lnTo>
                    <a:lnTo>
                      <a:pt x="698215" y="655115"/>
                    </a:lnTo>
                    <a:lnTo>
                      <a:pt x="668133" y="631734"/>
                    </a:lnTo>
                    <a:close/>
                  </a:path>
                  <a:path w="1189354" h="1522729">
                    <a:moveTo>
                      <a:pt x="504469" y="842313"/>
                    </a:moveTo>
                    <a:lnTo>
                      <a:pt x="410947" y="962643"/>
                    </a:lnTo>
                    <a:lnTo>
                      <a:pt x="441030" y="986024"/>
                    </a:lnTo>
                    <a:lnTo>
                      <a:pt x="534551" y="865694"/>
                    </a:lnTo>
                    <a:lnTo>
                      <a:pt x="504469" y="842313"/>
                    </a:lnTo>
                    <a:close/>
                  </a:path>
                  <a:path w="1189354" h="1522729">
                    <a:moveTo>
                      <a:pt x="340805" y="1052892"/>
                    </a:moveTo>
                    <a:lnTo>
                      <a:pt x="247284" y="1173222"/>
                    </a:lnTo>
                    <a:lnTo>
                      <a:pt x="277366" y="1196602"/>
                    </a:lnTo>
                    <a:lnTo>
                      <a:pt x="370888" y="1076272"/>
                    </a:lnTo>
                    <a:lnTo>
                      <a:pt x="340805" y="1052892"/>
                    </a:lnTo>
                    <a:close/>
                  </a:path>
                  <a:path w="1189354" h="1522729">
                    <a:moveTo>
                      <a:pt x="25017" y="1397116"/>
                    </a:moveTo>
                    <a:lnTo>
                      <a:pt x="0" y="1522435"/>
                    </a:lnTo>
                    <a:lnTo>
                      <a:pt x="115265" y="1467257"/>
                    </a:lnTo>
                    <a:lnTo>
                      <a:pt x="25017" y="1397116"/>
                    </a:lnTo>
                    <a:close/>
                  </a:path>
                  <a:path w="1189354" h="1522729">
                    <a:moveTo>
                      <a:pt x="177143" y="1263469"/>
                    </a:moveTo>
                    <a:lnTo>
                      <a:pt x="83620" y="1383800"/>
                    </a:lnTo>
                    <a:lnTo>
                      <a:pt x="113703" y="1407181"/>
                    </a:lnTo>
                    <a:lnTo>
                      <a:pt x="207225" y="1286850"/>
                    </a:lnTo>
                    <a:lnTo>
                      <a:pt x="177143" y="1263469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6" name="object 56"/>
              <p:cNvSpPr/>
              <p:nvPr/>
            </p:nvSpPr>
            <p:spPr>
              <a:xfrm>
                <a:off x="2260592" y="3838794"/>
                <a:ext cx="945515" cy="765175"/>
              </a:xfrm>
              <a:custGeom>
                <a:avLst/>
                <a:gdLst/>
                <a:ahLst/>
                <a:cxnLst/>
                <a:rect l="l" t="t" r="r" b="b"/>
                <a:pathLst>
                  <a:path w="945514" h="765175">
                    <a:moveTo>
                      <a:pt x="0" y="382368"/>
                    </a:moveTo>
                    <a:lnTo>
                      <a:pt x="2772" y="340705"/>
                    </a:lnTo>
                    <a:lnTo>
                      <a:pt x="10898" y="300341"/>
                    </a:lnTo>
                    <a:lnTo>
                      <a:pt x="24088" y="261510"/>
                    </a:lnTo>
                    <a:lnTo>
                      <a:pt x="42054" y="224445"/>
                    </a:lnTo>
                    <a:lnTo>
                      <a:pt x="64509" y="189379"/>
                    </a:lnTo>
                    <a:lnTo>
                      <a:pt x="91164" y="156546"/>
                    </a:lnTo>
                    <a:lnTo>
                      <a:pt x="121730" y="126179"/>
                    </a:lnTo>
                    <a:lnTo>
                      <a:pt x="155920" y="98510"/>
                    </a:lnTo>
                    <a:lnTo>
                      <a:pt x="193446" y="73774"/>
                    </a:lnTo>
                    <a:lnTo>
                      <a:pt x="234018" y="52204"/>
                    </a:lnTo>
                    <a:lnTo>
                      <a:pt x="277349" y="34032"/>
                    </a:lnTo>
                    <a:lnTo>
                      <a:pt x="323150" y="19493"/>
                    </a:lnTo>
                    <a:lnTo>
                      <a:pt x="371134" y="8819"/>
                    </a:lnTo>
                    <a:lnTo>
                      <a:pt x="421012" y="2243"/>
                    </a:lnTo>
                    <a:lnTo>
                      <a:pt x="472496" y="0"/>
                    </a:lnTo>
                    <a:lnTo>
                      <a:pt x="523979" y="2243"/>
                    </a:lnTo>
                    <a:lnTo>
                      <a:pt x="573857" y="8819"/>
                    </a:lnTo>
                    <a:lnTo>
                      <a:pt x="621841" y="19493"/>
                    </a:lnTo>
                    <a:lnTo>
                      <a:pt x="667642" y="34032"/>
                    </a:lnTo>
                    <a:lnTo>
                      <a:pt x="710973" y="52204"/>
                    </a:lnTo>
                    <a:lnTo>
                      <a:pt x="751545" y="73774"/>
                    </a:lnTo>
                    <a:lnTo>
                      <a:pt x="789071" y="98510"/>
                    </a:lnTo>
                    <a:lnTo>
                      <a:pt x="823261" y="126179"/>
                    </a:lnTo>
                    <a:lnTo>
                      <a:pt x="853827" y="156546"/>
                    </a:lnTo>
                    <a:lnTo>
                      <a:pt x="880482" y="189379"/>
                    </a:lnTo>
                    <a:lnTo>
                      <a:pt x="902937" y="224445"/>
                    </a:lnTo>
                    <a:lnTo>
                      <a:pt x="920903" y="261510"/>
                    </a:lnTo>
                    <a:lnTo>
                      <a:pt x="934094" y="300341"/>
                    </a:lnTo>
                    <a:lnTo>
                      <a:pt x="942219" y="340705"/>
                    </a:lnTo>
                    <a:lnTo>
                      <a:pt x="944992" y="382368"/>
                    </a:lnTo>
                    <a:lnTo>
                      <a:pt x="942219" y="424031"/>
                    </a:lnTo>
                    <a:lnTo>
                      <a:pt x="934094" y="464395"/>
                    </a:lnTo>
                    <a:lnTo>
                      <a:pt x="920903" y="503226"/>
                    </a:lnTo>
                    <a:lnTo>
                      <a:pt x="902937" y="540291"/>
                    </a:lnTo>
                    <a:lnTo>
                      <a:pt x="880482" y="575357"/>
                    </a:lnTo>
                    <a:lnTo>
                      <a:pt x="853827" y="608190"/>
                    </a:lnTo>
                    <a:lnTo>
                      <a:pt x="823261" y="638557"/>
                    </a:lnTo>
                    <a:lnTo>
                      <a:pt x="789071" y="666226"/>
                    </a:lnTo>
                    <a:lnTo>
                      <a:pt x="751545" y="690962"/>
                    </a:lnTo>
                    <a:lnTo>
                      <a:pt x="710973" y="712532"/>
                    </a:lnTo>
                    <a:lnTo>
                      <a:pt x="667642" y="730704"/>
                    </a:lnTo>
                    <a:lnTo>
                      <a:pt x="621841" y="745243"/>
                    </a:lnTo>
                    <a:lnTo>
                      <a:pt x="573857" y="755917"/>
                    </a:lnTo>
                    <a:lnTo>
                      <a:pt x="523979" y="762493"/>
                    </a:lnTo>
                    <a:lnTo>
                      <a:pt x="472496" y="764737"/>
                    </a:lnTo>
                    <a:lnTo>
                      <a:pt x="421012" y="762493"/>
                    </a:lnTo>
                    <a:lnTo>
                      <a:pt x="371134" y="755917"/>
                    </a:lnTo>
                    <a:lnTo>
                      <a:pt x="323150" y="745243"/>
                    </a:lnTo>
                    <a:lnTo>
                      <a:pt x="277349" y="730704"/>
                    </a:lnTo>
                    <a:lnTo>
                      <a:pt x="234018" y="712532"/>
                    </a:lnTo>
                    <a:lnTo>
                      <a:pt x="193446" y="690962"/>
                    </a:lnTo>
                    <a:lnTo>
                      <a:pt x="155920" y="666226"/>
                    </a:lnTo>
                    <a:lnTo>
                      <a:pt x="121730" y="638557"/>
                    </a:lnTo>
                    <a:lnTo>
                      <a:pt x="91164" y="608190"/>
                    </a:lnTo>
                    <a:lnTo>
                      <a:pt x="64509" y="575357"/>
                    </a:lnTo>
                    <a:lnTo>
                      <a:pt x="42054" y="540291"/>
                    </a:lnTo>
                    <a:lnTo>
                      <a:pt x="24088" y="503226"/>
                    </a:lnTo>
                    <a:lnTo>
                      <a:pt x="10898" y="464395"/>
                    </a:lnTo>
                    <a:lnTo>
                      <a:pt x="2772" y="424031"/>
                    </a:lnTo>
                    <a:lnTo>
                      <a:pt x="0" y="382368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7" name="object 57"/>
              <p:cNvSpPr/>
              <p:nvPr/>
            </p:nvSpPr>
            <p:spPr>
              <a:xfrm>
                <a:off x="1732023" y="4491539"/>
                <a:ext cx="667385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667385" h="706120">
                    <a:moveTo>
                      <a:pt x="666960" y="0"/>
                    </a:moveTo>
                    <a:lnTo>
                      <a:pt x="0" y="705585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8" name="object 58"/>
              <p:cNvSpPr/>
              <p:nvPr/>
            </p:nvSpPr>
            <p:spPr>
              <a:xfrm>
                <a:off x="3067193" y="4491539"/>
                <a:ext cx="507365" cy="706120"/>
              </a:xfrm>
              <a:custGeom>
                <a:avLst/>
                <a:gdLst/>
                <a:ahLst/>
                <a:cxnLst/>
                <a:rect l="l" t="t" r="r" b="b"/>
                <a:pathLst>
                  <a:path w="507364" h="706120">
                    <a:moveTo>
                      <a:pt x="0" y="0"/>
                    </a:moveTo>
                    <a:lnTo>
                      <a:pt x="506863" y="705585"/>
                    </a:lnTo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99" name="object 59"/>
              <p:cNvSpPr/>
              <p:nvPr/>
            </p:nvSpPr>
            <p:spPr>
              <a:xfrm>
                <a:off x="1731934" y="5350525"/>
                <a:ext cx="5035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503555" h="450214">
                    <a:moveTo>
                      <a:pt x="0" y="449999"/>
                    </a:moveTo>
                    <a:lnTo>
                      <a:pt x="503356" y="449999"/>
                    </a:lnTo>
                    <a:lnTo>
                      <a:pt x="503356" y="0"/>
                    </a:lnTo>
                    <a:lnTo>
                      <a:pt x="0" y="0"/>
                    </a:lnTo>
                    <a:lnTo>
                      <a:pt x="0" y="449999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0" name="object 60"/>
              <p:cNvSpPr/>
              <p:nvPr/>
            </p:nvSpPr>
            <p:spPr>
              <a:xfrm>
                <a:off x="976611" y="5350525"/>
                <a:ext cx="125920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259205" h="450214">
                    <a:moveTo>
                      <a:pt x="0" y="0"/>
                    </a:moveTo>
                    <a:lnTo>
                      <a:pt x="1258680" y="0"/>
                    </a:lnTo>
                    <a:lnTo>
                      <a:pt x="125868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1" name="object 61"/>
              <p:cNvSpPr/>
              <p:nvPr/>
            </p:nvSpPr>
            <p:spPr>
              <a:xfrm>
                <a:off x="2235291" y="5350525"/>
                <a:ext cx="8337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3755" h="450214">
                    <a:moveTo>
                      <a:pt x="833313" y="0"/>
                    </a:moveTo>
                    <a:lnTo>
                      <a:pt x="0" y="0"/>
                    </a:lnTo>
                    <a:lnTo>
                      <a:pt x="0" y="449999"/>
                    </a:lnTo>
                    <a:lnTo>
                      <a:pt x="833313" y="449999"/>
                    </a:lnTo>
                    <a:lnTo>
                      <a:pt x="833313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2" name="object 62"/>
              <p:cNvSpPr/>
              <p:nvPr/>
            </p:nvSpPr>
            <p:spPr>
              <a:xfrm>
                <a:off x="2235291" y="5350525"/>
                <a:ext cx="83375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833755" h="450214">
                    <a:moveTo>
                      <a:pt x="0" y="0"/>
                    </a:moveTo>
                    <a:lnTo>
                      <a:pt x="833313" y="0"/>
                    </a:lnTo>
                    <a:lnTo>
                      <a:pt x="833313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3" name="object 63"/>
              <p:cNvSpPr/>
              <p:nvPr/>
            </p:nvSpPr>
            <p:spPr>
              <a:xfrm>
                <a:off x="3065987" y="5350525"/>
                <a:ext cx="533400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0214">
                    <a:moveTo>
                      <a:pt x="0" y="449999"/>
                    </a:moveTo>
                    <a:lnTo>
                      <a:pt x="533299" y="449999"/>
                    </a:lnTo>
                    <a:lnTo>
                      <a:pt x="533299" y="0"/>
                    </a:lnTo>
                    <a:lnTo>
                      <a:pt x="0" y="0"/>
                    </a:lnTo>
                    <a:lnTo>
                      <a:pt x="0" y="449999"/>
                    </a:lnTo>
                    <a:close/>
                  </a:path>
                </a:pathLst>
              </a:custGeom>
              <a:solidFill>
                <a:srgbClr val="FFE699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4" name="object 64"/>
              <p:cNvSpPr/>
              <p:nvPr/>
            </p:nvSpPr>
            <p:spPr>
              <a:xfrm>
                <a:off x="3065987" y="5350525"/>
                <a:ext cx="1672589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1672589" h="450214">
                    <a:moveTo>
                      <a:pt x="0" y="0"/>
                    </a:moveTo>
                    <a:lnTo>
                      <a:pt x="1672268" y="0"/>
                    </a:lnTo>
                    <a:lnTo>
                      <a:pt x="1672268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7F7F7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5" name="object 65"/>
              <p:cNvSpPr/>
              <p:nvPr/>
            </p:nvSpPr>
            <p:spPr>
              <a:xfrm>
                <a:off x="2333373" y="5350711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6" name="object 66"/>
              <p:cNvSpPr/>
              <p:nvPr/>
            </p:nvSpPr>
            <p:spPr>
              <a:xfrm>
                <a:off x="1883644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7" name="object 67"/>
              <p:cNvSpPr/>
              <p:nvPr/>
            </p:nvSpPr>
            <p:spPr>
              <a:xfrm>
                <a:off x="2783550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8" name="object 68"/>
              <p:cNvSpPr/>
              <p:nvPr/>
            </p:nvSpPr>
            <p:spPr>
              <a:xfrm>
                <a:off x="1433692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09" name="object 69"/>
              <p:cNvSpPr/>
              <p:nvPr/>
            </p:nvSpPr>
            <p:spPr>
              <a:xfrm>
                <a:off x="3233055" y="5350525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450214">
                    <a:moveTo>
                      <a:pt x="0" y="0"/>
                    </a:moveTo>
                    <a:lnTo>
                      <a:pt x="450000" y="0"/>
                    </a:lnTo>
                    <a:lnTo>
                      <a:pt x="450000" y="450000"/>
                    </a:lnTo>
                    <a:lnTo>
                      <a:pt x="0" y="450000"/>
                    </a:lnTo>
                    <a:lnTo>
                      <a:pt x="0" y="0"/>
                    </a:lnTo>
                    <a:close/>
                  </a:path>
                </a:pathLst>
              </a:custGeom>
              <a:ln w="508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0" name="object 70"/>
              <p:cNvSpPr/>
              <p:nvPr/>
            </p:nvSpPr>
            <p:spPr>
              <a:xfrm>
                <a:off x="410577" y="5021680"/>
                <a:ext cx="1321435" cy="887730"/>
              </a:xfrm>
              <a:custGeom>
                <a:avLst/>
                <a:gdLst/>
                <a:ahLst/>
                <a:cxnLst/>
                <a:rect l="l" t="t" r="r" b="b"/>
                <a:pathLst>
                  <a:path w="1321435" h="887729">
                    <a:moveTo>
                      <a:pt x="1321357" y="0"/>
                    </a:moveTo>
                    <a:lnTo>
                      <a:pt x="0" y="0"/>
                    </a:lnTo>
                    <a:lnTo>
                      <a:pt x="0" y="887227"/>
                    </a:lnTo>
                    <a:lnTo>
                      <a:pt x="1321357" y="887227"/>
                    </a:lnTo>
                    <a:lnTo>
                      <a:pt x="1321357" y="0"/>
                    </a:lnTo>
                    <a:close/>
                  </a:path>
                </a:pathLst>
              </a:custGeom>
              <a:solidFill>
                <a:srgbClr val="F8ECE9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11" name="object 71"/>
            <p:cNvSpPr txBox="1"/>
            <p:nvPr/>
          </p:nvSpPr>
          <p:spPr>
            <a:xfrm>
              <a:off x="2016" y="8116"/>
              <a:ext cx="588" cy="90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600" spc="-25" dirty="0">
                  <a:latin typeface="Calibri" panose="020F0502020204030204"/>
                  <a:cs typeface="Calibri" panose="020F0502020204030204"/>
                </a:rPr>
                <a:t>...</a:t>
              </a:r>
              <a:endParaRPr sz="36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13" name="object 80"/>
            <p:cNvSpPr txBox="1"/>
            <p:nvPr/>
          </p:nvSpPr>
          <p:spPr>
            <a:xfrm>
              <a:off x="14789" y="2630"/>
              <a:ext cx="588" cy="90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600" spc="-25" dirty="0">
                  <a:latin typeface="Calibri" panose="020F0502020204030204"/>
                  <a:cs typeface="Calibri" panose="020F0502020204030204"/>
                </a:rPr>
                <a:t>...</a:t>
              </a:r>
              <a:endParaRPr sz="36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14" name="object 81"/>
            <p:cNvSpPr txBox="1"/>
            <p:nvPr/>
          </p:nvSpPr>
          <p:spPr>
            <a:xfrm>
              <a:off x="16234" y="7365"/>
              <a:ext cx="2154" cy="2520"/>
            </a:xfrm>
            <a:prstGeom prst="rect">
              <a:avLst/>
            </a:prstGeom>
            <a:solidFill>
              <a:srgbClr val="D0CECE"/>
            </a:solidFill>
            <a:ln w="38100">
              <a:solidFill>
                <a:srgbClr val="000000"/>
              </a:solidFill>
            </a:ln>
          </p:spPr>
          <p:txBody>
            <a:bodyPr vert="horz" wrap="square" lIns="0" tIns="32384" rIns="0" bIns="0" rtlCol="0">
              <a:spAutoFit/>
            </a:bodyPr>
            <a:lstStyle/>
            <a:p>
              <a:pPr marL="168275">
                <a:lnSpc>
                  <a:spcPct val="100000"/>
                </a:lnSpc>
                <a:spcBef>
                  <a:spcPts val="255"/>
                </a:spcBef>
              </a:pPr>
              <a:r>
                <a:rPr sz="1800" dirty="0">
                  <a:latin typeface="Calibri" panose="020F0502020204030204"/>
                  <a:cs typeface="Calibri" panose="020F0502020204030204"/>
                </a:rPr>
                <a:t>Page</a:t>
              </a:r>
              <a:r>
                <a:rPr sz="1800" spc="-70" dirty="0">
                  <a:latin typeface="Calibri" panose="020F0502020204030204"/>
                  <a:cs typeface="Calibri" panose="020F0502020204030204"/>
                </a:rPr>
                <a:t> </a:t>
              </a:r>
              <a:r>
                <a:rPr sz="1800" spc="-10" dirty="0">
                  <a:latin typeface="Calibri" panose="020F0502020204030204"/>
                  <a:cs typeface="Calibri" panose="020F0502020204030204"/>
                </a:rPr>
                <a:t>cache</a:t>
              </a:r>
              <a:endParaRPr sz="1800"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115" name="object 82"/>
            <p:cNvGrpSpPr/>
            <p:nvPr/>
          </p:nvGrpSpPr>
          <p:grpSpPr>
            <a:xfrm>
              <a:off x="5668" y="7850"/>
              <a:ext cx="12127" cy="1632"/>
              <a:chOff x="3599286" y="4984456"/>
              <a:chExt cx="7700645" cy="1036319"/>
            </a:xfrm>
          </p:grpSpPr>
          <p:sp>
            <p:nvSpPr>
              <p:cNvPr id="116" name="object 83"/>
              <p:cNvSpPr/>
              <p:nvPr/>
            </p:nvSpPr>
            <p:spPr>
              <a:xfrm>
                <a:off x="10500510" y="50935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0" y="0"/>
                    </a:moveTo>
                    <a:lnTo>
                      <a:pt x="322600" y="0"/>
                    </a:lnTo>
                    <a:lnTo>
                      <a:pt x="322600" y="450597"/>
                    </a:lnTo>
                    <a:lnTo>
                      <a:pt x="0" y="450597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7" name="object 84"/>
              <p:cNvSpPr/>
              <p:nvPr/>
            </p:nvSpPr>
            <p:spPr>
              <a:xfrm>
                <a:off x="10652910" y="52459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322600" y="0"/>
                    </a:moveTo>
                    <a:lnTo>
                      <a:pt x="0" y="0"/>
                    </a:lnTo>
                    <a:lnTo>
                      <a:pt x="0" y="450596"/>
                    </a:lnTo>
                    <a:lnTo>
                      <a:pt x="322600" y="450596"/>
                    </a:lnTo>
                    <a:lnTo>
                      <a:pt x="322600" y="0"/>
                    </a:lnTo>
                    <a:close/>
                  </a:path>
                </a:pathLst>
              </a:custGeom>
              <a:solidFill>
                <a:srgbClr val="D0CEC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8" name="object 85"/>
              <p:cNvSpPr/>
              <p:nvPr/>
            </p:nvSpPr>
            <p:spPr>
              <a:xfrm>
                <a:off x="10652910" y="52459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0" y="0"/>
                    </a:moveTo>
                    <a:lnTo>
                      <a:pt x="322600" y="0"/>
                    </a:lnTo>
                    <a:lnTo>
                      <a:pt x="322600" y="450597"/>
                    </a:lnTo>
                    <a:lnTo>
                      <a:pt x="0" y="450597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19" name="object 86"/>
              <p:cNvSpPr/>
              <p:nvPr/>
            </p:nvSpPr>
            <p:spPr>
              <a:xfrm>
                <a:off x="10805310" y="53983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322600" y="0"/>
                    </a:moveTo>
                    <a:lnTo>
                      <a:pt x="0" y="0"/>
                    </a:lnTo>
                    <a:lnTo>
                      <a:pt x="0" y="450596"/>
                    </a:lnTo>
                    <a:lnTo>
                      <a:pt x="322600" y="450596"/>
                    </a:lnTo>
                    <a:lnTo>
                      <a:pt x="322600" y="0"/>
                    </a:lnTo>
                    <a:close/>
                  </a:path>
                </a:pathLst>
              </a:custGeom>
              <a:solidFill>
                <a:srgbClr val="D0CEC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0" name="object 87"/>
              <p:cNvSpPr/>
              <p:nvPr/>
            </p:nvSpPr>
            <p:spPr>
              <a:xfrm>
                <a:off x="10805310" y="53983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0" y="0"/>
                    </a:moveTo>
                    <a:lnTo>
                      <a:pt x="322600" y="0"/>
                    </a:lnTo>
                    <a:lnTo>
                      <a:pt x="322600" y="450597"/>
                    </a:lnTo>
                    <a:lnTo>
                      <a:pt x="0" y="450597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1" name="object 88"/>
              <p:cNvSpPr/>
              <p:nvPr/>
            </p:nvSpPr>
            <p:spPr>
              <a:xfrm>
                <a:off x="10957710" y="55507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322600" y="0"/>
                    </a:moveTo>
                    <a:lnTo>
                      <a:pt x="0" y="0"/>
                    </a:lnTo>
                    <a:lnTo>
                      <a:pt x="0" y="450596"/>
                    </a:lnTo>
                    <a:lnTo>
                      <a:pt x="322600" y="450596"/>
                    </a:lnTo>
                    <a:lnTo>
                      <a:pt x="322600" y="0"/>
                    </a:lnTo>
                    <a:close/>
                  </a:path>
                </a:pathLst>
              </a:custGeom>
              <a:solidFill>
                <a:srgbClr val="D0CEC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2" name="object 89"/>
              <p:cNvSpPr/>
              <p:nvPr/>
            </p:nvSpPr>
            <p:spPr>
              <a:xfrm>
                <a:off x="10957710" y="5550777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0" y="0"/>
                    </a:moveTo>
                    <a:lnTo>
                      <a:pt x="322600" y="0"/>
                    </a:lnTo>
                    <a:lnTo>
                      <a:pt x="322600" y="450597"/>
                    </a:lnTo>
                    <a:lnTo>
                      <a:pt x="0" y="450597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3" name="object 90"/>
              <p:cNvSpPr/>
              <p:nvPr/>
            </p:nvSpPr>
            <p:spPr>
              <a:xfrm>
                <a:off x="3599286" y="4984456"/>
                <a:ext cx="1321435" cy="962025"/>
              </a:xfrm>
              <a:custGeom>
                <a:avLst/>
                <a:gdLst/>
                <a:ahLst/>
                <a:cxnLst/>
                <a:rect l="l" t="t" r="r" b="b"/>
                <a:pathLst>
                  <a:path w="1321435" h="962025">
                    <a:moveTo>
                      <a:pt x="1321357" y="0"/>
                    </a:moveTo>
                    <a:lnTo>
                      <a:pt x="0" y="0"/>
                    </a:lnTo>
                    <a:lnTo>
                      <a:pt x="0" y="961676"/>
                    </a:lnTo>
                    <a:lnTo>
                      <a:pt x="1321357" y="961676"/>
                    </a:lnTo>
                    <a:lnTo>
                      <a:pt x="1321357" y="0"/>
                    </a:lnTo>
                    <a:close/>
                  </a:path>
                </a:pathLst>
              </a:custGeom>
              <a:solidFill>
                <a:srgbClr val="F8ECE9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24" name="object 91"/>
            <p:cNvSpPr txBox="1"/>
            <p:nvPr/>
          </p:nvSpPr>
          <p:spPr>
            <a:xfrm>
              <a:off x="5792" y="8116"/>
              <a:ext cx="588" cy="90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3600" spc="-25" dirty="0">
                  <a:latin typeface="Calibri" panose="020F0502020204030204"/>
                  <a:cs typeface="Calibri" panose="020F0502020204030204"/>
                </a:rPr>
                <a:t>...</a:t>
              </a:r>
              <a:endParaRPr sz="3600"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125" name="object 92"/>
            <p:cNvGrpSpPr/>
            <p:nvPr/>
          </p:nvGrpSpPr>
          <p:grpSpPr>
            <a:xfrm>
              <a:off x="14091" y="6626"/>
              <a:ext cx="569" cy="770"/>
              <a:chOff x="8948066" y="4207631"/>
              <a:chExt cx="361315" cy="488950"/>
            </a:xfrm>
          </p:grpSpPr>
          <p:sp>
            <p:nvSpPr>
              <p:cNvPr id="126" name="object 93"/>
              <p:cNvSpPr/>
              <p:nvPr/>
            </p:nvSpPr>
            <p:spPr>
              <a:xfrm>
                <a:off x="8967116" y="4226681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322600" y="0"/>
                    </a:moveTo>
                    <a:lnTo>
                      <a:pt x="0" y="0"/>
                    </a:lnTo>
                    <a:lnTo>
                      <a:pt x="0" y="450597"/>
                    </a:lnTo>
                    <a:lnTo>
                      <a:pt x="322600" y="450597"/>
                    </a:lnTo>
                    <a:lnTo>
                      <a:pt x="322600" y="0"/>
                    </a:lnTo>
                    <a:close/>
                  </a:path>
                </a:pathLst>
              </a:custGeom>
              <a:solidFill>
                <a:srgbClr val="DB3E3E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27" name="object 94"/>
              <p:cNvSpPr/>
              <p:nvPr/>
            </p:nvSpPr>
            <p:spPr>
              <a:xfrm>
                <a:off x="8967116" y="4226681"/>
                <a:ext cx="323215" cy="450850"/>
              </a:xfrm>
              <a:custGeom>
                <a:avLst/>
                <a:gdLst/>
                <a:ahLst/>
                <a:cxnLst/>
                <a:rect l="l" t="t" r="r" b="b"/>
                <a:pathLst>
                  <a:path w="323215" h="450850">
                    <a:moveTo>
                      <a:pt x="0" y="0"/>
                    </a:moveTo>
                    <a:lnTo>
                      <a:pt x="322600" y="0"/>
                    </a:lnTo>
                    <a:lnTo>
                      <a:pt x="322600" y="450597"/>
                    </a:lnTo>
                    <a:lnTo>
                      <a:pt x="0" y="450597"/>
                    </a:lnTo>
                    <a:lnTo>
                      <a:pt x="0" y="0"/>
                    </a:lnTo>
                    <a:close/>
                  </a:path>
                </a:pathLst>
              </a:custGeom>
              <a:ln w="38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28" name="object 95"/>
            <p:cNvSpPr txBox="1"/>
            <p:nvPr/>
          </p:nvSpPr>
          <p:spPr>
            <a:xfrm>
              <a:off x="14362" y="7962"/>
              <a:ext cx="959" cy="6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2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copy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29" name="object 96"/>
            <p:cNvSpPr txBox="1"/>
            <p:nvPr/>
          </p:nvSpPr>
          <p:spPr>
            <a:xfrm>
              <a:off x="5858" y="2615"/>
              <a:ext cx="954" cy="47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libri" panose="020F0502020204030204"/>
                  <a:cs typeface="Calibri" panose="020F0502020204030204"/>
                </a:rPr>
                <a:t>1</a:t>
              </a:r>
              <a:r>
                <a:rPr sz="1800" spc="-5" dirty="0">
                  <a:latin typeface="Calibri" panose="020F0502020204030204"/>
                  <a:cs typeface="Calibri" panose="020F0502020204030204"/>
                </a:rPr>
                <a:t> </a:t>
              </a:r>
              <a:r>
                <a:rPr sz="1800" spc="-20" dirty="0">
                  <a:latin typeface="Calibri" panose="020F0502020204030204"/>
                  <a:cs typeface="Calibri" panose="020F0502020204030204"/>
                </a:rPr>
                <a:t>byte</a:t>
              </a:r>
              <a:endParaRPr sz="18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0" name="object 101"/>
            <p:cNvSpPr txBox="1"/>
            <p:nvPr/>
          </p:nvSpPr>
          <p:spPr>
            <a:xfrm>
              <a:off x="5403" y="4622"/>
              <a:ext cx="3011" cy="1140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48590" marR="5080" indent="-136525">
                <a:lnSpc>
                  <a:spcPts val="2620"/>
                </a:lnSpc>
                <a:spcBef>
                  <a:spcPts val="405"/>
                </a:spcBef>
              </a:pP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decompression amplification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1" name="object 102"/>
            <p:cNvSpPr txBox="1"/>
            <p:nvPr/>
          </p:nvSpPr>
          <p:spPr>
            <a:xfrm>
              <a:off x="2005" y="8946"/>
              <a:ext cx="663" cy="6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25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I/O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2" name="object 105"/>
            <p:cNvSpPr txBox="1"/>
            <p:nvPr/>
          </p:nvSpPr>
          <p:spPr>
            <a:xfrm>
              <a:off x="9072" y="3177"/>
              <a:ext cx="1942" cy="6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allocation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3" name="object 106"/>
            <p:cNvSpPr txBox="1"/>
            <p:nvPr/>
          </p:nvSpPr>
          <p:spPr>
            <a:xfrm>
              <a:off x="9129" y="4751"/>
              <a:ext cx="1942" cy="6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allocation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4" name="object 107"/>
            <p:cNvSpPr txBox="1"/>
            <p:nvPr/>
          </p:nvSpPr>
          <p:spPr>
            <a:xfrm>
              <a:off x="9131" y="5733"/>
              <a:ext cx="5286" cy="1502"/>
            </a:xfrm>
            <a:prstGeom prst="rect">
              <a:avLst/>
            </a:prstGeom>
          </p:spPr>
          <p:txBody>
            <a:bodyPr vert="horz" wrap="square" lIns="0" tIns="135890" rIns="0" bIns="0" rtlCol="0">
              <a:spAutoFit/>
            </a:bodyPr>
            <a:lstStyle/>
            <a:p>
              <a:pPr marL="2220595">
                <a:lnSpc>
                  <a:spcPct val="100000"/>
                </a:lnSpc>
                <a:spcBef>
                  <a:spcPts val="1070"/>
                </a:spcBef>
              </a:pPr>
              <a:r>
                <a:rPr sz="1800" spc="-10" dirty="0">
                  <a:latin typeface="Calibri" panose="020F0502020204030204"/>
                  <a:cs typeface="Calibri" panose="020F0502020204030204"/>
                </a:rPr>
                <a:t>decompress</a:t>
              </a:r>
              <a:endParaRPr sz="1800">
                <a:latin typeface="Calibri" panose="020F0502020204030204"/>
                <a:cs typeface="Calibri" panose="020F0502020204030204"/>
              </a:endParaRPr>
            </a:p>
            <a:p>
              <a:pPr marL="12700">
                <a:lnSpc>
                  <a:spcPct val="100000"/>
                </a:lnSpc>
                <a:spcBef>
                  <a:spcPts val="1295"/>
                </a:spcBef>
              </a:pPr>
              <a:r>
                <a:rPr sz="2400" spc="-1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allocation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5" name="object 108"/>
            <p:cNvSpPr txBox="1"/>
            <p:nvPr/>
          </p:nvSpPr>
          <p:spPr>
            <a:xfrm>
              <a:off x="14200" y="3964"/>
              <a:ext cx="959" cy="61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20" dirty="0">
                  <a:solidFill>
                    <a:srgbClr val="C00000"/>
                  </a:solidFill>
                  <a:latin typeface="Calibri" panose="020F0502020204030204"/>
                  <a:cs typeface="Calibri" panose="020F0502020204030204"/>
                </a:rPr>
                <a:t>copy</a:t>
              </a:r>
              <a:endParaRPr sz="24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36" name="object 109"/>
            <p:cNvSpPr/>
            <p:nvPr/>
          </p:nvSpPr>
          <p:spPr>
            <a:xfrm>
              <a:off x="4794" y="3894"/>
              <a:ext cx="9259" cy="6089"/>
            </a:xfrm>
            <a:custGeom>
              <a:avLst/>
              <a:gdLst/>
              <a:ahLst/>
              <a:cxnLst/>
              <a:rect l="l" t="t" r="r" b="b"/>
              <a:pathLst>
                <a:path w="5879465" h="3866515">
                  <a:moveTo>
                    <a:pt x="4460811" y="122821"/>
                  </a:moveTo>
                  <a:lnTo>
                    <a:pt x="4450766" y="101180"/>
                  </a:lnTo>
                  <a:lnTo>
                    <a:pt x="4407001" y="6921"/>
                  </a:lnTo>
                  <a:lnTo>
                    <a:pt x="4346562" y="119519"/>
                  </a:lnTo>
                  <a:lnTo>
                    <a:pt x="4384243" y="120611"/>
                  </a:lnTo>
                  <a:lnTo>
                    <a:pt x="4384853" y="108292"/>
                  </a:lnTo>
                  <a:lnTo>
                    <a:pt x="4384306" y="119519"/>
                  </a:lnTo>
                  <a:lnTo>
                    <a:pt x="4384243" y="120611"/>
                  </a:lnTo>
                  <a:lnTo>
                    <a:pt x="4381639" y="173494"/>
                  </a:lnTo>
                  <a:lnTo>
                    <a:pt x="4373816" y="256882"/>
                  </a:lnTo>
                  <a:lnTo>
                    <a:pt x="4362932" y="340169"/>
                  </a:lnTo>
                  <a:lnTo>
                    <a:pt x="4349039" y="423303"/>
                  </a:lnTo>
                  <a:lnTo>
                    <a:pt x="4332186" y="506260"/>
                  </a:lnTo>
                  <a:lnTo>
                    <a:pt x="4312437" y="588975"/>
                  </a:lnTo>
                  <a:lnTo>
                    <a:pt x="4289818" y="671436"/>
                  </a:lnTo>
                  <a:lnTo>
                    <a:pt x="4264393" y="753579"/>
                  </a:lnTo>
                  <a:lnTo>
                    <a:pt x="4236212" y="835380"/>
                  </a:lnTo>
                  <a:lnTo>
                    <a:pt x="4205313" y="916787"/>
                  </a:lnTo>
                  <a:lnTo>
                    <a:pt x="4171759" y="997762"/>
                  </a:lnTo>
                  <a:lnTo>
                    <a:pt x="4135590" y="1078255"/>
                  </a:lnTo>
                  <a:lnTo>
                    <a:pt x="4096855" y="1158240"/>
                  </a:lnTo>
                  <a:lnTo>
                    <a:pt x="4055605" y="1237665"/>
                  </a:lnTo>
                  <a:lnTo>
                    <a:pt x="4011752" y="1316723"/>
                  </a:lnTo>
                  <a:lnTo>
                    <a:pt x="3965486" y="1395095"/>
                  </a:lnTo>
                  <a:lnTo>
                    <a:pt x="3916984" y="1472577"/>
                  </a:lnTo>
                  <a:lnTo>
                    <a:pt x="3866172" y="1549336"/>
                  </a:lnTo>
                  <a:lnTo>
                    <a:pt x="3813098" y="1625333"/>
                  </a:lnTo>
                  <a:lnTo>
                    <a:pt x="3757803" y="1700530"/>
                  </a:lnTo>
                  <a:lnTo>
                    <a:pt x="3700335" y="1774863"/>
                  </a:lnTo>
                  <a:lnTo>
                    <a:pt x="3640759" y="1848307"/>
                  </a:lnTo>
                  <a:lnTo>
                    <a:pt x="3579126" y="1920824"/>
                  </a:lnTo>
                  <a:lnTo>
                    <a:pt x="3515461" y="1992363"/>
                  </a:lnTo>
                  <a:lnTo>
                    <a:pt x="3449840" y="2062886"/>
                  </a:lnTo>
                  <a:lnTo>
                    <a:pt x="3382314" y="2132355"/>
                  </a:lnTo>
                  <a:lnTo>
                    <a:pt x="3312909" y="2200719"/>
                  </a:lnTo>
                  <a:lnTo>
                    <a:pt x="3241700" y="2267953"/>
                  </a:lnTo>
                  <a:lnTo>
                    <a:pt x="3168726" y="2333993"/>
                  </a:lnTo>
                  <a:lnTo>
                    <a:pt x="3094342" y="2398560"/>
                  </a:lnTo>
                  <a:lnTo>
                    <a:pt x="3017697" y="2462365"/>
                  </a:lnTo>
                  <a:lnTo>
                    <a:pt x="2939732" y="2524607"/>
                  </a:lnTo>
                  <a:lnTo>
                    <a:pt x="2860217" y="2585504"/>
                  </a:lnTo>
                  <a:lnTo>
                    <a:pt x="2779179" y="2645016"/>
                  </a:lnTo>
                  <a:lnTo>
                    <a:pt x="2696692" y="2703093"/>
                  </a:lnTo>
                  <a:lnTo>
                    <a:pt x="2612796" y="2759684"/>
                  </a:lnTo>
                  <a:lnTo>
                    <a:pt x="2527528" y="2814777"/>
                  </a:lnTo>
                  <a:lnTo>
                    <a:pt x="2440965" y="2868307"/>
                  </a:lnTo>
                  <a:lnTo>
                    <a:pt x="2353145" y="2920238"/>
                  </a:lnTo>
                  <a:lnTo>
                    <a:pt x="2264118" y="2970542"/>
                  </a:lnTo>
                  <a:lnTo>
                    <a:pt x="2173935" y="3019158"/>
                  </a:lnTo>
                  <a:lnTo>
                    <a:pt x="2082634" y="3066046"/>
                  </a:lnTo>
                  <a:lnTo>
                    <a:pt x="1990293" y="3111182"/>
                  </a:lnTo>
                  <a:lnTo>
                    <a:pt x="1896948" y="3154515"/>
                  </a:lnTo>
                  <a:lnTo>
                    <a:pt x="1802638" y="3196005"/>
                  </a:lnTo>
                  <a:lnTo>
                    <a:pt x="1707438" y="3235604"/>
                  </a:lnTo>
                  <a:lnTo>
                    <a:pt x="1611376" y="3273272"/>
                  </a:lnTo>
                  <a:lnTo>
                    <a:pt x="1514525" y="3308985"/>
                  </a:lnTo>
                  <a:lnTo>
                    <a:pt x="1416913" y="3342690"/>
                  </a:lnTo>
                  <a:lnTo>
                    <a:pt x="1318602" y="3374339"/>
                  </a:lnTo>
                  <a:lnTo>
                    <a:pt x="1219644" y="3403892"/>
                  </a:lnTo>
                  <a:lnTo>
                    <a:pt x="1120089" y="3431324"/>
                  </a:lnTo>
                  <a:lnTo>
                    <a:pt x="1019987" y="3456584"/>
                  </a:lnTo>
                  <a:lnTo>
                    <a:pt x="919391" y="3479622"/>
                  </a:lnTo>
                  <a:lnTo>
                    <a:pt x="818337" y="3500412"/>
                  </a:lnTo>
                  <a:lnTo>
                    <a:pt x="716889" y="3518916"/>
                  </a:lnTo>
                  <a:lnTo>
                    <a:pt x="615099" y="3535070"/>
                  </a:lnTo>
                  <a:lnTo>
                    <a:pt x="513003" y="3548862"/>
                  </a:lnTo>
                  <a:lnTo>
                    <a:pt x="410667" y="3560229"/>
                  </a:lnTo>
                  <a:lnTo>
                    <a:pt x="308127" y="3569144"/>
                  </a:lnTo>
                  <a:lnTo>
                    <a:pt x="205549" y="3575558"/>
                  </a:lnTo>
                  <a:lnTo>
                    <a:pt x="102793" y="3579431"/>
                  </a:lnTo>
                  <a:lnTo>
                    <a:pt x="0" y="3580727"/>
                  </a:lnTo>
                  <a:lnTo>
                    <a:pt x="215" y="3598126"/>
                  </a:lnTo>
                  <a:lnTo>
                    <a:pt x="330" y="3607117"/>
                  </a:lnTo>
                  <a:lnTo>
                    <a:pt x="419" y="3613594"/>
                  </a:lnTo>
                  <a:lnTo>
                    <a:pt x="482" y="3618827"/>
                  </a:lnTo>
                  <a:lnTo>
                    <a:pt x="104000" y="3617506"/>
                  </a:lnTo>
                  <a:lnTo>
                    <a:pt x="207695" y="3613594"/>
                  </a:lnTo>
                  <a:lnTo>
                    <a:pt x="311289" y="3607117"/>
                  </a:lnTo>
                  <a:lnTo>
                    <a:pt x="414718" y="3598126"/>
                  </a:lnTo>
                  <a:lnTo>
                    <a:pt x="517931" y="3586645"/>
                  </a:lnTo>
                  <a:lnTo>
                    <a:pt x="620890" y="3572738"/>
                  </a:lnTo>
                  <a:lnTo>
                    <a:pt x="723544" y="3556431"/>
                  </a:lnTo>
                  <a:lnTo>
                    <a:pt x="825830" y="3537775"/>
                  </a:lnTo>
                  <a:lnTo>
                    <a:pt x="927709" y="3516807"/>
                  </a:lnTo>
                  <a:lnTo>
                    <a:pt x="1029131" y="3493579"/>
                  </a:lnTo>
                  <a:lnTo>
                    <a:pt x="1130033" y="3468116"/>
                  </a:lnTo>
                  <a:lnTo>
                    <a:pt x="1230376" y="3440455"/>
                  </a:lnTo>
                  <a:lnTo>
                    <a:pt x="1330109" y="3410661"/>
                  </a:lnTo>
                  <a:lnTo>
                    <a:pt x="1429169" y="3378758"/>
                  </a:lnTo>
                  <a:lnTo>
                    <a:pt x="1527530" y="3344799"/>
                  </a:lnTo>
                  <a:lnTo>
                    <a:pt x="1624672" y="3308985"/>
                  </a:lnTo>
                  <a:lnTo>
                    <a:pt x="1721904" y="3270859"/>
                  </a:lnTo>
                  <a:lnTo>
                    <a:pt x="1817814" y="3230956"/>
                  </a:lnTo>
                  <a:lnTo>
                    <a:pt x="1912823" y="3189160"/>
                  </a:lnTo>
                  <a:lnTo>
                    <a:pt x="2006866" y="3145498"/>
                  </a:lnTo>
                  <a:lnTo>
                    <a:pt x="2099894" y="3100032"/>
                  </a:lnTo>
                  <a:lnTo>
                    <a:pt x="2191855" y="3052775"/>
                  </a:lnTo>
                  <a:lnTo>
                    <a:pt x="2282698" y="3003804"/>
                  </a:lnTo>
                  <a:lnTo>
                    <a:pt x="2372385" y="2953131"/>
                  </a:lnTo>
                  <a:lnTo>
                    <a:pt x="2460853" y="2900807"/>
                  </a:lnTo>
                  <a:lnTo>
                    <a:pt x="2548064" y="2846882"/>
                  </a:lnTo>
                  <a:lnTo>
                    <a:pt x="2633954" y="2791383"/>
                  </a:lnTo>
                  <a:lnTo>
                    <a:pt x="2718473" y="2734348"/>
                  </a:lnTo>
                  <a:lnTo>
                    <a:pt x="2801582" y="2675839"/>
                  </a:lnTo>
                  <a:lnTo>
                    <a:pt x="2883230" y="2615869"/>
                  </a:lnTo>
                  <a:lnTo>
                    <a:pt x="2963367" y="2554503"/>
                  </a:lnTo>
                  <a:lnTo>
                    <a:pt x="3041929" y="2491765"/>
                  </a:lnTo>
                  <a:lnTo>
                    <a:pt x="3118878" y="2427719"/>
                  </a:lnTo>
                  <a:lnTo>
                    <a:pt x="3194151" y="2362377"/>
                  </a:lnTo>
                  <a:lnTo>
                    <a:pt x="3267722" y="2295791"/>
                  </a:lnTo>
                  <a:lnTo>
                    <a:pt x="3339515" y="2228011"/>
                  </a:lnTo>
                  <a:lnTo>
                    <a:pt x="3409492" y="2159063"/>
                  </a:lnTo>
                  <a:lnTo>
                    <a:pt x="3477603" y="2088997"/>
                  </a:lnTo>
                  <a:lnTo>
                    <a:pt x="3543795" y="2017852"/>
                  </a:lnTo>
                  <a:lnTo>
                    <a:pt x="3608019" y="1945665"/>
                  </a:lnTo>
                  <a:lnTo>
                    <a:pt x="3670223" y="1872488"/>
                  </a:lnTo>
                  <a:lnTo>
                    <a:pt x="3730358" y="1798345"/>
                  </a:lnTo>
                  <a:lnTo>
                    <a:pt x="3788359" y="1723275"/>
                  </a:lnTo>
                  <a:lnTo>
                    <a:pt x="3844201" y="1647342"/>
                  </a:lnTo>
                  <a:lnTo>
                    <a:pt x="3897820" y="1570570"/>
                  </a:lnTo>
                  <a:lnTo>
                    <a:pt x="3949166" y="1492999"/>
                  </a:lnTo>
                  <a:lnTo>
                    <a:pt x="3998188" y="1414678"/>
                  </a:lnTo>
                  <a:lnTo>
                    <a:pt x="4044823" y="1335633"/>
                  </a:lnTo>
                  <a:lnTo>
                    <a:pt x="4089044" y="1255915"/>
                  </a:lnTo>
                  <a:lnTo>
                    <a:pt x="4130789" y="1175562"/>
                  </a:lnTo>
                  <a:lnTo>
                    <a:pt x="4169994" y="1094625"/>
                  </a:lnTo>
                  <a:lnTo>
                    <a:pt x="4206621" y="1013117"/>
                  </a:lnTo>
                  <a:lnTo>
                    <a:pt x="4240619" y="931113"/>
                  </a:lnTo>
                  <a:lnTo>
                    <a:pt x="4271937" y="848626"/>
                  </a:lnTo>
                  <a:lnTo>
                    <a:pt x="4300512" y="765708"/>
                  </a:lnTo>
                  <a:lnTo>
                    <a:pt x="4326306" y="682409"/>
                  </a:lnTo>
                  <a:lnTo>
                    <a:pt x="4349254" y="598754"/>
                  </a:lnTo>
                  <a:lnTo>
                    <a:pt x="4369320" y="514794"/>
                  </a:lnTo>
                  <a:lnTo>
                    <a:pt x="4386440" y="430568"/>
                  </a:lnTo>
                  <a:lnTo>
                    <a:pt x="4400562" y="346113"/>
                  </a:lnTo>
                  <a:lnTo>
                    <a:pt x="4411637" y="261480"/>
                  </a:lnTo>
                  <a:lnTo>
                    <a:pt x="4419612" y="176644"/>
                  </a:lnTo>
                  <a:lnTo>
                    <a:pt x="4422279" y="122821"/>
                  </a:lnTo>
                  <a:lnTo>
                    <a:pt x="4422343" y="121716"/>
                  </a:lnTo>
                  <a:lnTo>
                    <a:pt x="4460811" y="122821"/>
                  </a:lnTo>
                  <a:close/>
                </a:path>
                <a:path w="5879465" h="3866515">
                  <a:moveTo>
                    <a:pt x="5165483" y="116052"/>
                  </a:moveTo>
                  <a:lnTo>
                    <a:pt x="5155374" y="94132"/>
                  </a:lnTo>
                  <a:lnTo>
                    <a:pt x="5127980" y="34734"/>
                  </a:lnTo>
                  <a:lnTo>
                    <a:pt x="5127980" y="96266"/>
                  </a:lnTo>
                  <a:lnTo>
                    <a:pt x="5127079" y="112445"/>
                  </a:lnTo>
                  <a:lnTo>
                    <a:pt x="5127028" y="113144"/>
                  </a:lnTo>
                  <a:lnTo>
                    <a:pt x="5127980" y="96266"/>
                  </a:lnTo>
                  <a:lnTo>
                    <a:pt x="5127980" y="34734"/>
                  </a:lnTo>
                  <a:lnTo>
                    <a:pt x="5111966" y="0"/>
                  </a:lnTo>
                  <a:lnTo>
                    <a:pt x="5051234" y="112445"/>
                  </a:lnTo>
                  <a:lnTo>
                    <a:pt x="5088852" y="113626"/>
                  </a:lnTo>
                  <a:lnTo>
                    <a:pt x="5085613" y="171869"/>
                  </a:lnTo>
                  <a:lnTo>
                    <a:pt x="5076533" y="257924"/>
                  </a:lnTo>
                  <a:lnTo>
                    <a:pt x="5063909" y="343877"/>
                  </a:lnTo>
                  <a:lnTo>
                    <a:pt x="5047805" y="429679"/>
                  </a:lnTo>
                  <a:lnTo>
                    <a:pt x="5028285" y="515302"/>
                  </a:lnTo>
                  <a:lnTo>
                    <a:pt x="5005375" y="600697"/>
                  </a:lnTo>
                  <a:lnTo>
                    <a:pt x="4979162" y="685812"/>
                  </a:lnTo>
                  <a:lnTo>
                    <a:pt x="4949672" y="770610"/>
                  </a:lnTo>
                  <a:lnTo>
                    <a:pt x="4916995" y="855065"/>
                  </a:lnTo>
                  <a:lnTo>
                    <a:pt x="4881029" y="939406"/>
                  </a:lnTo>
                  <a:lnTo>
                    <a:pt x="4842103" y="1023010"/>
                  </a:lnTo>
                  <a:lnTo>
                    <a:pt x="4800155" y="1106093"/>
                  </a:lnTo>
                  <a:lnTo>
                    <a:pt x="4755070" y="1188935"/>
                  </a:lnTo>
                  <a:lnTo>
                    <a:pt x="4707217" y="1270939"/>
                  </a:lnTo>
                  <a:lnTo>
                    <a:pt x="4656493" y="1352321"/>
                  </a:lnTo>
                  <a:lnTo>
                    <a:pt x="4602975" y="1433055"/>
                  </a:lnTo>
                  <a:lnTo>
                    <a:pt x="4546714" y="1513078"/>
                  </a:lnTo>
                  <a:lnTo>
                    <a:pt x="4487761" y="1592364"/>
                  </a:lnTo>
                  <a:lnTo>
                    <a:pt x="4426178" y="1670850"/>
                  </a:lnTo>
                  <a:lnTo>
                    <a:pt x="4362018" y="1748523"/>
                  </a:lnTo>
                  <a:lnTo>
                    <a:pt x="4295356" y="1825307"/>
                  </a:lnTo>
                  <a:lnTo>
                    <a:pt x="4226230" y="1901177"/>
                  </a:lnTo>
                  <a:lnTo>
                    <a:pt x="4154703" y="1976081"/>
                  </a:lnTo>
                  <a:lnTo>
                    <a:pt x="4080840" y="2049995"/>
                  </a:lnTo>
                  <a:lnTo>
                    <a:pt x="4004691" y="2122843"/>
                  </a:lnTo>
                  <a:lnTo>
                    <a:pt x="3926332" y="2194610"/>
                  </a:lnTo>
                  <a:lnTo>
                    <a:pt x="3846106" y="2264981"/>
                  </a:lnTo>
                  <a:lnTo>
                    <a:pt x="3763480" y="2334450"/>
                  </a:lnTo>
                  <a:lnTo>
                    <a:pt x="3678478" y="2402929"/>
                  </a:lnTo>
                  <a:lnTo>
                    <a:pt x="3592118" y="2469667"/>
                  </a:lnTo>
                  <a:lnTo>
                    <a:pt x="3503193" y="2535555"/>
                  </a:lnTo>
                  <a:lnTo>
                    <a:pt x="3412718" y="2599867"/>
                  </a:lnTo>
                  <a:lnTo>
                    <a:pt x="3320440" y="2662796"/>
                  </a:lnTo>
                  <a:lnTo>
                    <a:pt x="3226397" y="2724277"/>
                  </a:lnTo>
                  <a:lnTo>
                    <a:pt x="3130651" y="2784284"/>
                  </a:lnTo>
                  <a:lnTo>
                    <a:pt x="3033280" y="2842768"/>
                  </a:lnTo>
                  <a:lnTo>
                    <a:pt x="2934322" y="2899689"/>
                  </a:lnTo>
                  <a:lnTo>
                    <a:pt x="2833852" y="2955010"/>
                  </a:lnTo>
                  <a:lnTo>
                    <a:pt x="2731922" y="3008668"/>
                  </a:lnTo>
                  <a:lnTo>
                    <a:pt x="2628582" y="3060649"/>
                  </a:lnTo>
                  <a:lnTo>
                    <a:pt x="2523909" y="3110890"/>
                  </a:lnTo>
                  <a:lnTo>
                    <a:pt x="2417940" y="3159353"/>
                  </a:lnTo>
                  <a:lnTo>
                    <a:pt x="2310752" y="3205988"/>
                  </a:lnTo>
                  <a:lnTo>
                    <a:pt x="2202396" y="3250768"/>
                  </a:lnTo>
                  <a:lnTo>
                    <a:pt x="2092934" y="3293643"/>
                  </a:lnTo>
                  <a:lnTo>
                    <a:pt x="1982419" y="3334575"/>
                  </a:lnTo>
                  <a:lnTo>
                    <a:pt x="1870913" y="3373501"/>
                  </a:lnTo>
                  <a:lnTo>
                    <a:pt x="1758467" y="3410407"/>
                  </a:lnTo>
                  <a:lnTo>
                    <a:pt x="1645158" y="3445243"/>
                  </a:lnTo>
                  <a:lnTo>
                    <a:pt x="1531035" y="3477958"/>
                  </a:lnTo>
                  <a:lnTo>
                    <a:pt x="1416151" y="3508502"/>
                  </a:lnTo>
                  <a:lnTo>
                    <a:pt x="1300568" y="3536861"/>
                  </a:lnTo>
                  <a:lnTo>
                    <a:pt x="1184351" y="3562959"/>
                  </a:lnTo>
                  <a:lnTo>
                    <a:pt x="1067562" y="3586784"/>
                  </a:lnTo>
                  <a:lnTo>
                    <a:pt x="950239" y="3608273"/>
                  </a:lnTo>
                  <a:lnTo>
                    <a:pt x="832459" y="3627399"/>
                  </a:lnTo>
                  <a:lnTo>
                    <a:pt x="714273" y="3644100"/>
                  </a:lnTo>
                  <a:lnTo>
                    <a:pt x="595731" y="3658349"/>
                  </a:lnTo>
                  <a:lnTo>
                    <a:pt x="476910" y="3670109"/>
                  </a:lnTo>
                  <a:lnTo>
                    <a:pt x="357847" y="3679317"/>
                  </a:lnTo>
                  <a:lnTo>
                    <a:pt x="238709" y="3685946"/>
                  </a:lnTo>
                  <a:lnTo>
                    <a:pt x="119392" y="3689959"/>
                  </a:lnTo>
                  <a:lnTo>
                    <a:pt x="25" y="3691305"/>
                  </a:lnTo>
                  <a:lnTo>
                    <a:pt x="215" y="3708044"/>
                  </a:lnTo>
                  <a:lnTo>
                    <a:pt x="317" y="3717315"/>
                  </a:lnTo>
                  <a:lnTo>
                    <a:pt x="393" y="3724008"/>
                  </a:lnTo>
                  <a:lnTo>
                    <a:pt x="457" y="3729393"/>
                  </a:lnTo>
                  <a:lnTo>
                    <a:pt x="120459" y="3728047"/>
                  </a:lnTo>
                  <a:lnTo>
                    <a:pt x="240626" y="3724008"/>
                  </a:lnTo>
                  <a:lnTo>
                    <a:pt x="360667" y="3717315"/>
                  </a:lnTo>
                  <a:lnTo>
                    <a:pt x="480517" y="3708044"/>
                  </a:lnTo>
                  <a:lnTo>
                    <a:pt x="600125" y="3696208"/>
                  </a:lnTo>
                  <a:lnTo>
                    <a:pt x="719442" y="3681857"/>
                  </a:lnTo>
                  <a:lnTo>
                    <a:pt x="838403" y="3665029"/>
                  </a:lnTo>
                  <a:lnTo>
                    <a:pt x="956945" y="3645789"/>
                  </a:lnTo>
                  <a:lnTo>
                    <a:pt x="1075004" y="3624148"/>
                  </a:lnTo>
                  <a:lnTo>
                    <a:pt x="1192542" y="3600183"/>
                  </a:lnTo>
                  <a:lnTo>
                    <a:pt x="1309484" y="3573907"/>
                  </a:lnTo>
                  <a:lnTo>
                    <a:pt x="1425778" y="3545370"/>
                  </a:lnTo>
                  <a:lnTo>
                    <a:pt x="1541373" y="3514623"/>
                  </a:lnTo>
                  <a:lnTo>
                    <a:pt x="1656194" y="3481717"/>
                  </a:lnTo>
                  <a:lnTo>
                    <a:pt x="1770189" y="3446665"/>
                  </a:lnTo>
                  <a:lnTo>
                    <a:pt x="1883308" y="3409531"/>
                  </a:lnTo>
                  <a:lnTo>
                    <a:pt x="1995487" y="3370364"/>
                  </a:lnTo>
                  <a:lnTo>
                    <a:pt x="2106676" y="3329178"/>
                  </a:lnTo>
                  <a:lnTo>
                    <a:pt x="2216797" y="3286048"/>
                  </a:lnTo>
                  <a:lnTo>
                    <a:pt x="2325801" y="3240989"/>
                  </a:lnTo>
                  <a:lnTo>
                    <a:pt x="2433637" y="3194075"/>
                  </a:lnTo>
                  <a:lnTo>
                    <a:pt x="2540241" y="3145307"/>
                  </a:lnTo>
                  <a:lnTo>
                    <a:pt x="2645549" y="3094761"/>
                  </a:lnTo>
                  <a:lnTo>
                    <a:pt x="2749524" y="3042462"/>
                  </a:lnTo>
                  <a:lnTo>
                    <a:pt x="2852077" y="2988462"/>
                  </a:lnTo>
                  <a:lnTo>
                    <a:pt x="2953181" y="2932811"/>
                  </a:lnTo>
                  <a:lnTo>
                    <a:pt x="3052749" y="2875521"/>
                  </a:lnTo>
                  <a:lnTo>
                    <a:pt x="3150743" y="2816669"/>
                  </a:lnTo>
                  <a:lnTo>
                    <a:pt x="3247098" y="2756268"/>
                  </a:lnTo>
                  <a:lnTo>
                    <a:pt x="3341751" y="2694381"/>
                  </a:lnTo>
                  <a:lnTo>
                    <a:pt x="3434651" y="2631033"/>
                  </a:lnTo>
                  <a:lnTo>
                    <a:pt x="3525736" y="2566289"/>
                  </a:lnTo>
                  <a:lnTo>
                    <a:pt x="3614953" y="2500160"/>
                  </a:lnTo>
                  <a:lnTo>
                    <a:pt x="3702240" y="2432723"/>
                  </a:lnTo>
                  <a:lnTo>
                    <a:pt x="3787533" y="2363990"/>
                  </a:lnTo>
                  <a:lnTo>
                    <a:pt x="3870782" y="2294013"/>
                  </a:lnTo>
                  <a:lnTo>
                    <a:pt x="3951922" y="2222843"/>
                  </a:lnTo>
                  <a:lnTo>
                    <a:pt x="4030891" y="2150516"/>
                  </a:lnTo>
                  <a:lnTo>
                    <a:pt x="4107650" y="2077072"/>
                  </a:lnTo>
                  <a:lnTo>
                    <a:pt x="4182122" y="2002548"/>
                  </a:lnTo>
                  <a:lnTo>
                    <a:pt x="4254246" y="1926996"/>
                  </a:lnTo>
                  <a:lnTo>
                    <a:pt x="4323981" y="1850453"/>
                  </a:lnTo>
                  <a:lnTo>
                    <a:pt x="4391253" y="1772958"/>
                  </a:lnTo>
                  <a:lnTo>
                    <a:pt x="4456011" y="1694561"/>
                  </a:lnTo>
                  <a:lnTo>
                    <a:pt x="4518203" y="1615287"/>
                  </a:lnTo>
                  <a:lnTo>
                    <a:pt x="4577740" y="1535188"/>
                  </a:lnTo>
                  <a:lnTo>
                    <a:pt x="4634598" y="1454315"/>
                  </a:lnTo>
                  <a:lnTo>
                    <a:pt x="4688700" y="1372692"/>
                  </a:lnTo>
                  <a:lnTo>
                    <a:pt x="4739995" y="1290370"/>
                  </a:lnTo>
                  <a:lnTo>
                    <a:pt x="4788408" y="1207389"/>
                  </a:lnTo>
                  <a:lnTo>
                    <a:pt x="4833899" y="1123797"/>
                  </a:lnTo>
                  <a:lnTo>
                    <a:pt x="4876393" y="1039622"/>
                  </a:lnTo>
                  <a:lnTo>
                    <a:pt x="4915827" y="954913"/>
                  </a:lnTo>
                  <a:lnTo>
                    <a:pt x="4952162" y="869708"/>
                  </a:lnTo>
                  <a:lnTo>
                    <a:pt x="4985321" y="784059"/>
                  </a:lnTo>
                  <a:lnTo>
                    <a:pt x="5015255" y="698004"/>
                  </a:lnTo>
                  <a:lnTo>
                    <a:pt x="5041887" y="611581"/>
                  </a:lnTo>
                  <a:lnTo>
                    <a:pt x="5065166" y="524827"/>
                  </a:lnTo>
                  <a:lnTo>
                    <a:pt x="5085042" y="437807"/>
                  </a:lnTo>
                  <a:lnTo>
                    <a:pt x="5101425" y="350532"/>
                  </a:lnTo>
                  <a:lnTo>
                    <a:pt x="5114277" y="263080"/>
                  </a:lnTo>
                  <a:lnTo>
                    <a:pt x="5123548" y="175399"/>
                  </a:lnTo>
                  <a:lnTo>
                    <a:pt x="5126875" y="116052"/>
                  </a:lnTo>
                  <a:lnTo>
                    <a:pt x="5126939" y="114833"/>
                  </a:lnTo>
                  <a:lnTo>
                    <a:pt x="5165483" y="116052"/>
                  </a:lnTo>
                  <a:close/>
                </a:path>
                <a:path w="5879465" h="3866515">
                  <a:moveTo>
                    <a:pt x="5879350" y="123063"/>
                  </a:moveTo>
                  <a:lnTo>
                    <a:pt x="5869203" y="100939"/>
                  </a:lnTo>
                  <a:lnTo>
                    <a:pt x="5826061" y="6921"/>
                  </a:lnTo>
                  <a:lnTo>
                    <a:pt x="5765114" y="119240"/>
                  </a:lnTo>
                  <a:lnTo>
                    <a:pt x="5802642" y="120497"/>
                  </a:lnTo>
                  <a:lnTo>
                    <a:pt x="5798693" y="184658"/>
                  </a:lnTo>
                  <a:lnTo>
                    <a:pt x="5788355" y="273685"/>
                  </a:lnTo>
                  <a:lnTo>
                    <a:pt x="5773979" y="362597"/>
                  </a:lnTo>
                  <a:lnTo>
                    <a:pt x="5755640" y="451358"/>
                  </a:lnTo>
                  <a:lnTo>
                    <a:pt x="5733389" y="539940"/>
                  </a:lnTo>
                  <a:lnTo>
                    <a:pt x="5707291" y="628294"/>
                  </a:lnTo>
                  <a:lnTo>
                    <a:pt x="5677420" y="716368"/>
                  </a:lnTo>
                  <a:lnTo>
                    <a:pt x="5643689" y="804443"/>
                  </a:lnTo>
                  <a:lnTo>
                    <a:pt x="5606440" y="891832"/>
                  </a:lnTo>
                  <a:lnTo>
                    <a:pt x="5565597" y="978789"/>
                  </a:lnTo>
                  <a:lnTo>
                    <a:pt x="5521249" y="1065288"/>
                  </a:lnTo>
                  <a:lnTo>
                    <a:pt x="5473420" y="1151318"/>
                  </a:lnTo>
                  <a:lnTo>
                    <a:pt x="5422189" y="1236814"/>
                  </a:lnTo>
                  <a:lnTo>
                    <a:pt x="5367667" y="1321676"/>
                  </a:lnTo>
                  <a:lnTo>
                    <a:pt x="5309870" y="1405915"/>
                  </a:lnTo>
                  <a:lnTo>
                    <a:pt x="5248681" y="1489722"/>
                  </a:lnTo>
                  <a:lnTo>
                    <a:pt x="5184546" y="1572564"/>
                  </a:lnTo>
                  <a:lnTo>
                    <a:pt x="5117338" y="1654632"/>
                  </a:lnTo>
                  <a:lnTo>
                    <a:pt x="5047145" y="1735886"/>
                  </a:lnTo>
                  <a:lnTo>
                    <a:pt x="4974006" y="1816290"/>
                  </a:lnTo>
                  <a:lnTo>
                    <a:pt x="4897996" y="1895792"/>
                  </a:lnTo>
                  <a:lnTo>
                    <a:pt x="4819193" y="1974342"/>
                  </a:lnTo>
                  <a:lnTo>
                    <a:pt x="4737646" y="2051888"/>
                  </a:lnTo>
                  <a:lnTo>
                    <a:pt x="4653445" y="2128405"/>
                  </a:lnTo>
                  <a:lnTo>
                    <a:pt x="4566628" y="2203831"/>
                  </a:lnTo>
                  <a:lnTo>
                    <a:pt x="4477283" y="2278138"/>
                  </a:lnTo>
                  <a:lnTo>
                    <a:pt x="4385780" y="2351024"/>
                  </a:lnTo>
                  <a:lnTo>
                    <a:pt x="4291254" y="2423172"/>
                  </a:lnTo>
                  <a:lnTo>
                    <a:pt x="4194695" y="2493822"/>
                  </a:lnTo>
                  <a:lnTo>
                    <a:pt x="4095877" y="2563164"/>
                  </a:lnTo>
                  <a:lnTo>
                    <a:pt x="3994848" y="2631148"/>
                  </a:lnTo>
                  <a:lnTo>
                    <a:pt x="3891686" y="2697734"/>
                  </a:lnTo>
                  <a:lnTo>
                    <a:pt x="3786467" y="2762885"/>
                  </a:lnTo>
                  <a:lnTo>
                    <a:pt x="3679240" y="2826550"/>
                  </a:lnTo>
                  <a:lnTo>
                    <a:pt x="3570071" y="2888678"/>
                  </a:lnTo>
                  <a:lnTo>
                    <a:pt x="3459048" y="2949232"/>
                  </a:lnTo>
                  <a:lnTo>
                    <a:pt x="3346221" y="3008172"/>
                  </a:lnTo>
                  <a:lnTo>
                    <a:pt x="3231654" y="3065449"/>
                  </a:lnTo>
                  <a:lnTo>
                    <a:pt x="3115424" y="3121025"/>
                  </a:lnTo>
                  <a:lnTo>
                    <a:pt x="2997606" y="3174835"/>
                  </a:lnTo>
                  <a:lnTo>
                    <a:pt x="2878239" y="3226854"/>
                  </a:lnTo>
                  <a:lnTo>
                    <a:pt x="2757411" y="3277044"/>
                  </a:lnTo>
                  <a:lnTo>
                    <a:pt x="2635186" y="3325342"/>
                  </a:lnTo>
                  <a:lnTo>
                    <a:pt x="2511628" y="3371710"/>
                  </a:lnTo>
                  <a:lnTo>
                    <a:pt x="2386812" y="3416096"/>
                  </a:lnTo>
                  <a:lnTo>
                    <a:pt x="2260790" y="3458476"/>
                  </a:lnTo>
                  <a:lnTo>
                    <a:pt x="2133638" y="3498799"/>
                  </a:lnTo>
                  <a:lnTo>
                    <a:pt x="2005431" y="3537013"/>
                  </a:lnTo>
                  <a:lnTo>
                    <a:pt x="1876209" y="3573081"/>
                  </a:lnTo>
                  <a:lnTo>
                    <a:pt x="1746072" y="3606965"/>
                  </a:lnTo>
                  <a:lnTo>
                    <a:pt x="1615059" y="3638600"/>
                  </a:lnTo>
                  <a:lnTo>
                    <a:pt x="1483258" y="3667963"/>
                  </a:lnTo>
                  <a:lnTo>
                    <a:pt x="1350733" y="3695001"/>
                  </a:lnTo>
                  <a:lnTo>
                    <a:pt x="1217536" y="3719665"/>
                  </a:lnTo>
                  <a:lnTo>
                    <a:pt x="1083741" y="3741928"/>
                  </a:lnTo>
                  <a:lnTo>
                    <a:pt x="949426" y="3761727"/>
                  </a:lnTo>
                  <a:lnTo>
                    <a:pt x="814641" y="3779024"/>
                  </a:lnTo>
                  <a:lnTo>
                    <a:pt x="679462" y="3793782"/>
                  </a:lnTo>
                  <a:lnTo>
                    <a:pt x="543941" y="3805961"/>
                  </a:lnTo>
                  <a:lnTo>
                    <a:pt x="408152" y="3815499"/>
                  </a:lnTo>
                  <a:lnTo>
                    <a:pt x="272148" y="3822369"/>
                  </a:lnTo>
                  <a:lnTo>
                    <a:pt x="136194" y="3826522"/>
                  </a:lnTo>
                  <a:lnTo>
                    <a:pt x="50" y="3827919"/>
                  </a:lnTo>
                  <a:lnTo>
                    <a:pt x="88" y="3831679"/>
                  </a:lnTo>
                  <a:lnTo>
                    <a:pt x="203" y="3843921"/>
                  </a:lnTo>
                  <a:lnTo>
                    <a:pt x="304" y="3853523"/>
                  </a:lnTo>
                  <a:lnTo>
                    <a:pt x="381" y="3860431"/>
                  </a:lnTo>
                  <a:lnTo>
                    <a:pt x="431" y="3866019"/>
                  </a:lnTo>
                  <a:lnTo>
                    <a:pt x="137160" y="3864610"/>
                  </a:lnTo>
                  <a:lnTo>
                    <a:pt x="274002" y="3860431"/>
                  </a:lnTo>
                  <a:lnTo>
                    <a:pt x="410718" y="3853523"/>
                  </a:lnTo>
                  <a:lnTo>
                    <a:pt x="547217" y="3843921"/>
                  </a:lnTo>
                  <a:lnTo>
                    <a:pt x="683450" y="3831679"/>
                  </a:lnTo>
                  <a:lnTo>
                    <a:pt x="819340" y="3816845"/>
                  </a:lnTo>
                  <a:lnTo>
                    <a:pt x="954836" y="3799446"/>
                  </a:lnTo>
                  <a:lnTo>
                    <a:pt x="1089850" y="3779532"/>
                  </a:lnTo>
                  <a:lnTo>
                    <a:pt x="1224318" y="3757155"/>
                  </a:lnTo>
                  <a:lnTo>
                    <a:pt x="1358201" y="3732365"/>
                  </a:lnTo>
                  <a:lnTo>
                    <a:pt x="1491399" y="3705187"/>
                  </a:lnTo>
                  <a:lnTo>
                    <a:pt x="1623860" y="3675672"/>
                  </a:lnTo>
                  <a:lnTo>
                    <a:pt x="1755521" y="3643871"/>
                  </a:lnTo>
                  <a:lnTo>
                    <a:pt x="1886305" y="3609822"/>
                  </a:lnTo>
                  <a:lnTo>
                    <a:pt x="2016163" y="3573576"/>
                  </a:lnTo>
                  <a:lnTo>
                    <a:pt x="2145004" y="3535172"/>
                  </a:lnTo>
                  <a:lnTo>
                    <a:pt x="2272792" y="3494646"/>
                  </a:lnTo>
                  <a:lnTo>
                    <a:pt x="2399436" y="3452050"/>
                  </a:lnTo>
                  <a:lnTo>
                    <a:pt x="2524874" y="3407435"/>
                  </a:lnTo>
                  <a:lnTo>
                    <a:pt x="2649042" y="3360826"/>
                  </a:lnTo>
                  <a:lnTo>
                    <a:pt x="2771889" y="3312287"/>
                  </a:lnTo>
                  <a:lnTo>
                    <a:pt x="2893326" y="3261855"/>
                  </a:lnTo>
                  <a:lnTo>
                    <a:pt x="3013291" y="3209556"/>
                  </a:lnTo>
                  <a:lnTo>
                    <a:pt x="3131718" y="3155467"/>
                  </a:lnTo>
                  <a:lnTo>
                    <a:pt x="3248558" y="3099600"/>
                  </a:lnTo>
                  <a:lnTo>
                    <a:pt x="3363722" y="3042018"/>
                  </a:lnTo>
                  <a:lnTo>
                    <a:pt x="3477145" y="2982772"/>
                  </a:lnTo>
                  <a:lnTo>
                    <a:pt x="3588778" y="2921876"/>
                  </a:lnTo>
                  <a:lnTo>
                    <a:pt x="3698544" y="2859392"/>
                  </a:lnTo>
                  <a:lnTo>
                    <a:pt x="3806380" y="2795371"/>
                  </a:lnTo>
                  <a:lnTo>
                    <a:pt x="3912209" y="2729839"/>
                  </a:lnTo>
                  <a:lnTo>
                    <a:pt x="4015981" y="2662859"/>
                  </a:lnTo>
                  <a:lnTo>
                    <a:pt x="4117606" y="2594457"/>
                  </a:lnTo>
                  <a:lnTo>
                    <a:pt x="4217047" y="2524683"/>
                  </a:lnTo>
                  <a:lnTo>
                    <a:pt x="4314215" y="2453576"/>
                  </a:lnTo>
                  <a:lnTo>
                    <a:pt x="4409059" y="2381186"/>
                  </a:lnTo>
                  <a:lnTo>
                    <a:pt x="4501502" y="2307564"/>
                  </a:lnTo>
                  <a:lnTo>
                    <a:pt x="4591469" y="2232723"/>
                  </a:lnTo>
                  <a:lnTo>
                    <a:pt x="4678921" y="2156739"/>
                  </a:lnTo>
                  <a:lnTo>
                    <a:pt x="4763757" y="2079650"/>
                  </a:lnTo>
                  <a:lnTo>
                    <a:pt x="4845939" y="2001481"/>
                  </a:lnTo>
                  <a:lnTo>
                    <a:pt x="4925390" y="1922284"/>
                  </a:lnTo>
                  <a:lnTo>
                    <a:pt x="5002034" y="1842109"/>
                  </a:lnTo>
                  <a:lnTo>
                    <a:pt x="5075821" y="1760982"/>
                  </a:lnTo>
                  <a:lnTo>
                    <a:pt x="5146675" y="1678965"/>
                  </a:lnTo>
                  <a:lnTo>
                    <a:pt x="5214518" y="1596085"/>
                  </a:lnTo>
                  <a:lnTo>
                    <a:pt x="5279314" y="1512404"/>
                  </a:lnTo>
                  <a:lnTo>
                    <a:pt x="5340959" y="1427937"/>
                  </a:lnTo>
                  <a:lnTo>
                    <a:pt x="5399405" y="1342758"/>
                  </a:lnTo>
                  <a:lnTo>
                    <a:pt x="5454574" y="1256880"/>
                  </a:lnTo>
                  <a:lnTo>
                    <a:pt x="5506415" y="1170368"/>
                  </a:lnTo>
                  <a:lnTo>
                    <a:pt x="5554853" y="1083246"/>
                  </a:lnTo>
                  <a:lnTo>
                    <a:pt x="5599798" y="995578"/>
                  </a:lnTo>
                  <a:lnTo>
                    <a:pt x="5641213" y="907389"/>
                  </a:lnTo>
                  <a:lnTo>
                    <a:pt x="5679008" y="818730"/>
                  </a:lnTo>
                  <a:lnTo>
                    <a:pt x="5713133" y="729653"/>
                  </a:lnTo>
                  <a:lnTo>
                    <a:pt x="5743499" y="640181"/>
                  </a:lnTo>
                  <a:lnTo>
                    <a:pt x="5770042" y="550367"/>
                  </a:lnTo>
                  <a:lnTo>
                    <a:pt x="5792686" y="460260"/>
                  </a:lnTo>
                  <a:lnTo>
                    <a:pt x="5811380" y="369912"/>
                  </a:lnTo>
                  <a:lnTo>
                    <a:pt x="5826036" y="279349"/>
                  </a:lnTo>
                  <a:lnTo>
                    <a:pt x="5836602" y="188556"/>
                  </a:lnTo>
                  <a:lnTo>
                    <a:pt x="5840666" y="123063"/>
                  </a:lnTo>
                  <a:lnTo>
                    <a:pt x="5840742" y="121780"/>
                  </a:lnTo>
                  <a:lnTo>
                    <a:pt x="5879350" y="123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7" name="object 7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392" y="5846063"/>
            <a:ext cx="670559" cy="673607"/>
          </a:xfrm>
          <a:prstGeom prst="rect">
            <a:avLst/>
          </a:prstGeom>
        </p:spPr>
      </p:pic>
      <p:sp>
        <p:nvSpPr>
          <p:cNvPr id="138" name="object 103"/>
          <p:cNvSpPr txBox="1"/>
          <p:nvPr/>
        </p:nvSpPr>
        <p:spPr>
          <a:xfrm>
            <a:off x="663956" y="6010147"/>
            <a:ext cx="1640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amplification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0" name="object 92"/>
          <p:cNvGrpSpPr/>
          <p:nvPr/>
        </p:nvGrpSpPr>
        <p:grpSpPr>
          <a:xfrm>
            <a:off x="8580120" y="4207510"/>
            <a:ext cx="455930" cy="488950"/>
            <a:chOff x="8948066" y="4207631"/>
            <a:chExt cx="361315" cy="488950"/>
          </a:xfrm>
        </p:grpSpPr>
        <p:sp>
          <p:nvSpPr>
            <p:cNvPr id="141" name="object 93"/>
            <p:cNvSpPr/>
            <p:nvPr/>
          </p:nvSpPr>
          <p:spPr>
            <a:xfrm>
              <a:off x="8967116" y="4226681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B3E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94"/>
            <p:cNvSpPr/>
            <p:nvPr/>
          </p:nvSpPr>
          <p:spPr>
            <a:xfrm>
              <a:off x="8967116" y="4226681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3" name="object 72"/>
          <p:cNvSpPr txBox="1"/>
          <p:nvPr/>
        </p:nvSpPr>
        <p:spPr>
          <a:xfrm>
            <a:off x="5858339" y="1655572"/>
            <a:ext cx="117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buffer_head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4" name="object 75"/>
          <p:cNvSpPr/>
          <p:nvPr/>
        </p:nvSpPr>
        <p:spPr>
          <a:xfrm>
            <a:off x="7871555" y="3418792"/>
            <a:ext cx="535940" cy="1057910"/>
          </a:xfrm>
          <a:custGeom>
            <a:avLst/>
            <a:gdLst/>
            <a:ahLst/>
            <a:cxnLst/>
            <a:rect l="l" t="t" r="r" b="b"/>
            <a:pathLst>
              <a:path w="535940" h="1057910">
                <a:moveTo>
                  <a:pt x="420920" y="1019276"/>
                </a:moveTo>
                <a:lnTo>
                  <a:pt x="410344" y="1057429"/>
                </a:lnTo>
                <a:lnTo>
                  <a:pt x="535757" y="1032888"/>
                </a:lnTo>
                <a:lnTo>
                  <a:pt x="527377" y="1025328"/>
                </a:lnTo>
                <a:lnTo>
                  <a:pt x="437401" y="1025328"/>
                </a:lnTo>
                <a:lnTo>
                  <a:pt x="420920" y="1019276"/>
                </a:lnTo>
                <a:close/>
              </a:path>
              <a:path w="535940" h="1057910">
                <a:moveTo>
                  <a:pt x="431131" y="982437"/>
                </a:moveTo>
                <a:lnTo>
                  <a:pt x="420920" y="1019276"/>
                </a:lnTo>
                <a:lnTo>
                  <a:pt x="437401" y="1025328"/>
                </a:lnTo>
                <a:lnTo>
                  <a:pt x="450535" y="989562"/>
                </a:lnTo>
                <a:lnTo>
                  <a:pt x="431131" y="982437"/>
                </a:lnTo>
                <a:close/>
              </a:path>
              <a:path w="535940" h="1057910">
                <a:moveTo>
                  <a:pt x="440875" y="947282"/>
                </a:moveTo>
                <a:lnTo>
                  <a:pt x="431131" y="982437"/>
                </a:lnTo>
                <a:lnTo>
                  <a:pt x="450535" y="989562"/>
                </a:lnTo>
                <a:lnTo>
                  <a:pt x="437401" y="1025328"/>
                </a:lnTo>
                <a:lnTo>
                  <a:pt x="527377" y="1025328"/>
                </a:lnTo>
                <a:lnTo>
                  <a:pt x="440875" y="947282"/>
                </a:lnTo>
                <a:close/>
              </a:path>
              <a:path w="535940" h="1057910">
                <a:moveTo>
                  <a:pt x="38096" y="0"/>
                </a:moveTo>
                <a:lnTo>
                  <a:pt x="0" y="589"/>
                </a:lnTo>
                <a:lnTo>
                  <a:pt x="731" y="47809"/>
                </a:lnTo>
                <a:lnTo>
                  <a:pt x="754" y="49265"/>
                </a:lnTo>
                <a:lnTo>
                  <a:pt x="2877" y="95539"/>
                </a:lnTo>
                <a:lnTo>
                  <a:pt x="2995" y="98129"/>
                </a:lnTo>
                <a:lnTo>
                  <a:pt x="6672" y="146787"/>
                </a:lnTo>
                <a:lnTo>
                  <a:pt x="11736" y="195149"/>
                </a:lnTo>
                <a:lnTo>
                  <a:pt x="18138" y="243122"/>
                </a:lnTo>
                <a:lnTo>
                  <a:pt x="25830" y="290614"/>
                </a:lnTo>
                <a:lnTo>
                  <a:pt x="34767" y="337531"/>
                </a:lnTo>
                <a:lnTo>
                  <a:pt x="44928" y="383909"/>
                </a:lnTo>
                <a:lnTo>
                  <a:pt x="68563" y="473918"/>
                </a:lnTo>
                <a:lnTo>
                  <a:pt x="96415" y="560147"/>
                </a:lnTo>
                <a:lnTo>
                  <a:pt x="111880" y="601808"/>
                </a:lnTo>
                <a:lnTo>
                  <a:pt x="128220" y="642124"/>
                </a:lnTo>
                <a:lnTo>
                  <a:pt x="145435" y="681128"/>
                </a:lnTo>
                <a:lnTo>
                  <a:pt x="163483" y="718732"/>
                </a:lnTo>
                <a:lnTo>
                  <a:pt x="182321" y="754841"/>
                </a:lnTo>
                <a:lnTo>
                  <a:pt x="201908" y="789365"/>
                </a:lnTo>
                <a:lnTo>
                  <a:pt x="222204" y="822214"/>
                </a:lnTo>
                <a:lnTo>
                  <a:pt x="264768" y="882517"/>
                </a:lnTo>
                <a:lnTo>
                  <a:pt x="309733" y="935014"/>
                </a:lnTo>
                <a:lnTo>
                  <a:pt x="356863" y="978942"/>
                </a:lnTo>
                <a:lnTo>
                  <a:pt x="407076" y="1014192"/>
                </a:lnTo>
                <a:lnTo>
                  <a:pt x="420920" y="1019276"/>
                </a:lnTo>
                <a:lnTo>
                  <a:pt x="431131" y="982437"/>
                </a:lnTo>
                <a:lnTo>
                  <a:pt x="427349" y="981048"/>
                </a:lnTo>
                <a:lnTo>
                  <a:pt x="425987" y="981048"/>
                </a:lnTo>
                <a:lnTo>
                  <a:pt x="422206" y="979159"/>
                </a:lnTo>
                <a:lnTo>
                  <a:pt x="423068" y="979159"/>
                </a:lnTo>
                <a:lnTo>
                  <a:pt x="403771" y="966675"/>
                </a:lnTo>
                <a:lnTo>
                  <a:pt x="403043" y="966236"/>
                </a:lnTo>
                <a:lnTo>
                  <a:pt x="402483" y="965842"/>
                </a:lnTo>
                <a:lnTo>
                  <a:pt x="381533" y="949838"/>
                </a:lnTo>
                <a:lnTo>
                  <a:pt x="380941" y="949414"/>
                </a:lnTo>
                <a:lnTo>
                  <a:pt x="380450" y="949013"/>
                </a:lnTo>
                <a:lnTo>
                  <a:pt x="378540" y="947282"/>
                </a:lnTo>
                <a:lnTo>
                  <a:pt x="359488" y="930614"/>
                </a:lnTo>
                <a:lnTo>
                  <a:pt x="358991" y="930202"/>
                </a:lnTo>
                <a:lnTo>
                  <a:pt x="358573" y="929812"/>
                </a:lnTo>
                <a:lnTo>
                  <a:pt x="337704" y="909091"/>
                </a:lnTo>
                <a:lnTo>
                  <a:pt x="337278" y="908689"/>
                </a:lnTo>
                <a:lnTo>
                  <a:pt x="336924" y="908319"/>
                </a:lnTo>
                <a:lnTo>
                  <a:pt x="315575" y="884622"/>
                </a:lnTo>
                <a:lnTo>
                  <a:pt x="313895" y="882517"/>
                </a:lnTo>
                <a:lnTo>
                  <a:pt x="294598" y="858809"/>
                </a:lnTo>
                <a:lnTo>
                  <a:pt x="254002" y="801223"/>
                </a:lnTo>
                <a:lnTo>
                  <a:pt x="215625" y="736332"/>
                </a:lnTo>
                <a:lnTo>
                  <a:pt x="197410" y="701391"/>
                </a:lnTo>
                <a:lnTo>
                  <a:pt x="179914" y="664917"/>
                </a:lnTo>
                <a:lnTo>
                  <a:pt x="163430" y="627543"/>
                </a:lnTo>
                <a:lnTo>
                  <a:pt x="163312" y="627288"/>
                </a:lnTo>
                <a:lnTo>
                  <a:pt x="147510" y="588285"/>
                </a:lnTo>
                <a:lnTo>
                  <a:pt x="132276" y="547272"/>
                </a:lnTo>
                <a:lnTo>
                  <a:pt x="105310" y="463729"/>
                </a:lnTo>
                <a:lnTo>
                  <a:pt x="105127" y="463209"/>
                </a:lnTo>
                <a:lnTo>
                  <a:pt x="104982" y="462711"/>
                </a:lnTo>
                <a:lnTo>
                  <a:pt x="82078" y="375373"/>
                </a:lnTo>
                <a:lnTo>
                  <a:pt x="81973" y="375007"/>
                </a:lnTo>
                <a:lnTo>
                  <a:pt x="72152" y="330145"/>
                </a:lnTo>
                <a:lnTo>
                  <a:pt x="72040" y="329633"/>
                </a:lnTo>
                <a:lnTo>
                  <a:pt x="63405" y="284262"/>
                </a:lnTo>
                <a:lnTo>
                  <a:pt x="63306" y="283743"/>
                </a:lnTo>
                <a:lnTo>
                  <a:pt x="55875" y="237818"/>
                </a:lnTo>
                <a:lnTo>
                  <a:pt x="55789" y="237293"/>
                </a:lnTo>
                <a:lnTo>
                  <a:pt x="49607" y="190914"/>
                </a:lnTo>
                <a:lnTo>
                  <a:pt x="49536" y="190378"/>
                </a:lnTo>
                <a:lnTo>
                  <a:pt x="44650" y="143642"/>
                </a:lnTo>
                <a:lnTo>
                  <a:pt x="44593" y="143094"/>
                </a:lnTo>
                <a:lnTo>
                  <a:pt x="41050" y="96100"/>
                </a:lnTo>
                <a:lnTo>
                  <a:pt x="41008" y="95539"/>
                </a:lnTo>
                <a:lnTo>
                  <a:pt x="38894" y="49265"/>
                </a:lnTo>
                <a:lnTo>
                  <a:pt x="38827" y="47809"/>
                </a:lnTo>
                <a:lnTo>
                  <a:pt x="38105" y="589"/>
                </a:lnTo>
                <a:lnTo>
                  <a:pt x="38096" y="0"/>
                </a:lnTo>
                <a:close/>
              </a:path>
              <a:path w="535940" h="1057910">
                <a:moveTo>
                  <a:pt x="422206" y="979159"/>
                </a:moveTo>
                <a:lnTo>
                  <a:pt x="425987" y="981048"/>
                </a:lnTo>
                <a:lnTo>
                  <a:pt x="424199" y="979891"/>
                </a:lnTo>
                <a:lnTo>
                  <a:pt x="422206" y="979159"/>
                </a:lnTo>
                <a:close/>
              </a:path>
              <a:path w="535940" h="1057910">
                <a:moveTo>
                  <a:pt x="424199" y="979891"/>
                </a:moveTo>
                <a:lnTo>
                  <a:pt x="425987" y="981048"/>
                </a:lnTo>
                <a:lnTo>
                  <a:pt x="427349" y="981048"/>
                </a:lnTo>
                <a:lnTo>
                  <a:pt x="424199" y="979891"/>
                </a:lnTo>
                <a:close/>
              </a:path>
              <a:path w="535940" h="1057910">
                <a:moveTo>
                  <a:pt x="423068" y="979159"/>
                </a:moveTo>
                <a:lnTo>
                  <a:pt x="422206" y="979159"/>
                </a:lnTo>
                <a:lnTo>
                  <a:pt x="424199" y="979891"/>
                </a:lnTo>
                <a:lnTo>
                  <a:pt x="423068" y="9791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78"/>
          <p:cNvSpPr/>
          <p:nvPr/>
        </p:nvSpPr>
        <p:spPr>
          <a:xfrm>
            <a:off x="9302468" y="4432641"/>
            <a:ext cx="1006475" cy="1083945"/>
          </a:xfrm>
          <a:custGeom>
            <a:avLst/>
            <a:gdLst/>
            <a:ahLst/>
            <a:cxnLst/>
            <a:rect l="l" t="t" r="r" b="b"/>
            <a:pathLst>
              <a:path w="1006475" h="1083945">
                <a:moveTo>
                  <a:pt x="890084" y="1045747"/>
                </a:moveTo>
                <a:lnTo>
                  <a:pt x="884441" y="1083811"/>
                </a:lnTo>
                <a:lnTo>
                  <a:pt x="991180" y="1048857"/>
                </a:lnTo>
                <a:lnTo>
                  <a:pt x="908493" y="1048857"/>
                </a:lnTo>
                <a:lnTo>
                  <a:pt x="890084" y="1045747"/>
                </a:lnTo>
                <a:close/>
              </a:path>
              <a:path w="1006475" h="1083945">
                <a:moveTo>
                  <a:pt x="901203" y="970747"/>
                </a:moveTo>
                <a:lnTo>
                  <a:pt x="895759" y="1007466"/>
                </a:lnTo>
                <a:lnTo>
                  <a:pt x="895724" y="1007708"/>
                </a:lnTo>
                <a:lnTo>
                  <a:pt x="895009" y="1008160"/>
                </a:lnTo>
                <a:lnTo>
                  <a:pt x="895657" y="1008160"/>
                </a:lnTo>
                <a:lnTo>
                  <a:pt x="890084" y="1045747"/>
                </a:lnTo>
                <a:lnTo>
                  <a:pt x="908493" y="1048857"/>
                </a:lnTo>
                <a:lnTo>
                  <a:pt x="914839" y="1011289"/>
                </a:lnTo>
                <a:lnTo>
                  <a:pt x="893639" y="1007708"/>
                </a:lnTo>
                <a:lnTo>
                  <a:pt x="954638" y="1008160"/>
                </a:lnTo>
                <a:lnTo>
                  <a:pt x="901203" y="970747"/>
                </a:lnTo>
                <a:close/>
              </a:path>
              <a:path w="1006475" h="1083945">
                <a:moveTo>
                  <a:pt x="954638" y="1008160"/>
                </a:moveTo>
                <a:lnTo>
                  <a:pt x="896316" y="1008160"/>
                </a:lnTo>
                <a:lnTo>
                  <a:pt x="914839" y="1011289"/>
                </a:lnTo>
                <a:lnTo>
                  <a:pt x="908493" y="1048857"/>
                </a:lnTo>
                <a:lnTo>
                  <a:pt x="991180" y="1048857"/>
                </a:lnTo>
                <a:lnTo>
                  <a:pt x="1005886" y="1044041"/>
                </a:lnTo>
                <a:lnTo>
                  <a:pt x="954638" y="1008160"/>
                </a:lnTo>
                <a:close/>
              </a:path>
              <a:path w="1006475" h="1083945">
                <a:moveTo>
                  <a:pt x="319705" y="128577"/>
                </a:moveTo>
                <a:lnTo>
                  <a:pt x="258269" y="128577"/>
                </a:lnTo>
                <a:lnTo>
                  <a:pt x="296382" y="158620"/>
                </a:lnTo>
                <a:lnTo>
                  <a:pt x="332023" y="191957"/>
                </a:lnTo>
                <a:lnTo>
                  <a:pt x="364812" y="228202"/>
                </a:lnTo>
                <a:lnTo>
                  <a:pt x="394375" y="266962"/>
                </a:lnTo>
                <a:lnTo>
                  <a:pt x="408740" y="289653"/>
                </a:lnTo>
                <a:lnTo>
                  <a:pt x="420345" y="307844"/>
                </a:lnTo>
                <a:lnTo>
                  <a:pt x="434440" y="335230"/>
                </a:lnTo>
                <a:lnTo>
                  <a:pt x="442542" y="350873"/>
                </a:lnTo>
                <a:lnTo>
                  <a:pt x="451948" y="372722"/>
                </a:lnTo>
                <a:lnTo>
                  <a:pt x="460236" y="394854"/>
                </a:lnTo>
                <a:lnTo>
                  <a:pt x="464126" y="407104"/>
                </a:lnTo>
                <a:lnTo>
                  <a:pt x="467365" y="417221"/>
                </a:lnTo>
                <a:lnTo>
                  <a:pt x="471130" y="431619"/>
                </a:lnTo>
                <a:lnTo>
                  <a:pt x="473292" y="439776"/>
                </a:lnTo>
                <a:lnTo>
                  <a:pt x="476697" y="456369"/>
                </a:lnTo>
                <a:lnTo>
                  <a:pt x="477979" y="462473"/>
                </a:lnTo>
                <a:lnTo>
                  <a:pt x="480768" y="481305"/>
                </a:lnTo>
                <a:lnTo>
                  <a:pt x="481385" y="485261"/>
                </a:lnTo>
                <a:lnTo>
                  <a:pt x="483284" y="506382"/>
                </a:lnTo>
                <a:lnTo>
                  <a:pt x="483473" y="508102"/>
                </a:lnTo>
                <a:lnTo>
                  <a:pt x="484861" y="553850"/>
                </a:lnTo>
                <a:lnTo>
                  <a:pt x="490895" y="606713"/>
                </a:lnTo>
                <a:lnTo>
                  <a:pt x="502386" y="655976"/>
                </a:lnTo>
                <a:lnTo>
                  <a:pt x="519005" y="704115"/>
                </a:lnTo>
                <a:lnTo>
                  <a:pt x="552653" y="773427"/>
                </a:lnTo>
                <a:lnTo>
                  <a:pt x="580358" y="817189"/>
                </a:lnTo>
                <a:lnTo>
                  <a:pt x="611831" y="858578"/>
                </a:lnTo>
                <a:lnTo>
                  <a:pt x="646708" y="897235"/>
                </a:lnTo>
                <a:lnTo>
                  <a:pt x="684627" y="932801"/>
                </a:lnTo>
                <a:lnTo>
                  <a:pt x="725238" y="964906"/>
                </a:lnTo>
                <a:lnTo>
                  <a:pt x="768192" y="993176"/>
                </a:lnTo>
                <a:lnTo>
                  <a:pt x="812935" y="1017116"/>
                </a:lnTo>
                <a:lnTo>
                  <a:pt x="859739" y="1036641"/>
                </a:lnTo>
                <a:lnTo>
                  <a:pt x="890084" y="1045747"/>
                </a:lnTo>
                <a:lnTo>
                  <a:pt x="895657" y="1008160"/>
                </a:lnTo>
                <a:lnTo>
                  <a:pt x="895009" y="1008160"/>
                </a:lnTo>
                <a:lnTo>
                  <a:pt x="892211" y="1007466"/>
                </a:lnTo>
                <a:lnTo>
                  <a:pt x="892908" y="1007466"/>
                </a:lnTo>
                <a:lnTo>
                  <a:pt x="872145" y="1000613"/>
                </a:lnTo>
                <a:lnTo>
                  <a:pt x="850479" y="992178"/>
                </a:lnTo>
                <a:lnTo>
                  <a:pt x="829087" y="982602"/>
                </a:lnTo>
                <a:lnTo>
                  <a:pt x="788582" y="960875"/>
                </a:lnTo>
                <a:lnTo>
                  <a:pt x="788416" y="960875"/>
                </a:lnTo>
                <a:lnTo>
                  <a:pt x="787693" y="960400"/>
                </a:lnTo>
                <a:lnTo>
                  <a:pt x="786930" y="959991"/>
                </a:lnTo>
                <a:lnTo>
                  <a:pt x="787072" y="959991"/>
                </a:lnTo>
                <a:lnTo>
                  <a:pt x="748349" y="934505"/>
                </a:lnTo>
                <a:lnTo>
                  <a:pt x="748217" y="934505"/>
                </a:lnTo>
                <a:lnTo>
                  <a:pt x="747565" y="933989"/>
                </a:lnTo>
                <a:lnTo>
                  <a:pt x="746876" y="933536"/>
                </a:lnTo>
                <a:lnTo>
                  <a:pt x="746062" y="932801"/>
                </a:lnTo>
                <a:lnTo>
                  <a:pt x="708887" y="903411"/>
                </a:lnTo>
                <a:lnTo>
                  <a:pt x="702401" y="897235"/>
                </a:lnTo>
                <a:lnTo>
                  <a:pt x="673351" y="869990"/>
                </a:lnTo>
                <a:lnTo>
                  <a:pt x="640656" y="833649"/>
                </a:lnTo>
                <a:lnTo>
                  <a:pt x="611179" y="794778"/>
                </a:lnTo>
                <a:lnTo>
                  <a:pt x="585298" y="753765"/>
                </a:lnTo>
                <a:lnTo>
                  <a:pt x="572047" y="727850"/>
                </a:lnTo>
                <a:lnTo>
                  <a:pt x="563378" y="711006"/>
                </a:lnTo>
                <a:lnTo>
                  <a:pt x="560469" y="704115"/>
                </a:lnTo>
                <a:lnTo>
                  <a:pt x="554196" y="689505"/>
                </a:lnTo>
                <a:lnTo>
                  <a:pt x="545939" y="667330"/>
                </a:lnTo>
                <a:lnTo>
                  <a:pt x="538849" y="644916"/>
                </a:lnTo>
                <a:lnTo>
                  <a:pt x="532963" y="622313"/>
                </a:lnTo>
                <a:lnTo>
                  <a:pt x="528538" y="600609"/>
                </a:lnTo>
                <a:lnTo>
                  <a:pt x="528429" y="600079"/>
                </a:lnTo>
                <a:lnTo>
                  <a:pt x="528325" y="599570"/>
                </a:lnTo>
                <a:lnTo>
                  <a:pt x="525132" y="577819"/>
                </a:lnTo>
                <a:lnTo>
                  <a:pt x="525050" y="577263"/>
                </a:lnTo>
                <a:lnTo>
                  <a:pt x="524972" y="576734"/>
                </a:lnTo>
                <a:lnTo>
                  <a:pt x="523046" y="554978"/>
                </a:lnTo>
                <a:lnTo>
                  <a:pt x="522945" y="553850"/>
                </a:lnTo>
                <a:lnTo>
                  <a:pt x="521625" y="509231"/>
                </a:lnTo>
                <a:lnTo>
                  <a:pt x="515590" y="456369"/>
                </a:lnTo>
                <a:lnTo>
                  <a:pt x="504101" y="407104"/>
                </a:lnTo>
                <a:lnTo>
                  <a:pt x="487481" y="358965"/>
                </a:lnTo>
                <a:lnTo>
                  <a:pt x="453834" y="289653"/>
                </a:lnTo>
                <a:lnTo>
                  <a:pt x="426129" y="245892"/>
                </a:lnTo>
                <a:lnTo>
                  <a:pt x="394656" y="204503"/>
                </a:lnTo>
                <a:lnTo>
                  <a:pt x="359779" y="165845"/>
                </a:lnTo>
                <a:lnTo>
                  <a:pt x="321859" y="130280"/>
                </a:lnTo>
                <a:lnTo>
                  <a:pt x="319705" y="128577"/>
                </a:lnTo>
                <a:close/>
              </a:path>
              <a:path w="1006475" h="1083945">
                <a:moveTo>
                  <a:pt x="892211" y="1007466"/>
                </a:moveTo>
                <a:lnTo>
                  <a:pt x="895009" y="1008160"/>
                </a:lnTo>
                <a:lnTo>
                  <a:pt x="893639" y="1007708"/>
                </a:lnTo>
                <a:lnTo>
                  <a:pt x="892211" y="1007466"/>
                </a:lnTo>
                <a:close/>
              </a:path>
              <a:path w="1006475" h="1083945">
                <a:moveTo>
                  <a:pt x="892908" y="1007466"/>
                </a:moveTo>
                <a:lnTo>
                  <a:pt x="892211" y="1007466"/>
                </a:lnTo>
                <a:lnTo>
                  <a:pt x="893639" y="1007708"/>
                </a:lnTo>
                <a:lnTo>
                  <a:pt x="892908" y="1007466"/>
                </a:lnTo>
                <a:close/>
              </a:path>
              <a:path w="1006475" h="1083945">
                <a:moveTo>
                  <a:pt x="787693" y="960400"/>
                </a:moveTo>
                <a:lnTo>
                  <a:pt x="788416" y="960875"/>
                </a:lnTo>
                <a:lnTo>
                  <a:pt x="788582" y="960875"/>
                </a:lnTo>
                <a:lnTo>
                  <a:pt x="787693" y="960400"/>
                </a:lnTo>
                <a:close/>
              </a:path>
              <a:path w="1006475" h="1083945">
                <a:moveTo>
                  <a:pt x="787072" y="959991"/>
                </a:moveTo>
                <a:lnTo>
                  <a:pt x="786930" y="959991"/>
                </a:lnTo>
                <a:lnTo>
                  <a:pt x="787693" y="960400"/>
                </a:lnTo>
                <a:lnTo>
                  <a:pt x="787072" y="959991"/>
                </a:lnTo>
                <a:close/>
              </a:path>
              <a:path w="1006475" h="1083945">
                <a:moveTo>
                  <a:pt x="747565" y="933989"/>
                </a:moveTo>
                <a:lnTo>
                  <a:pt x="748217" y="934505"/>
                </a:lnTo>
                <a:lnTo>
                  <a:pt x="748349" y="934505"/>
                </a:lnTo>
                <a:lnTo>
                  <a:pt x="747565" y="933989"/>
                </a:lnTo>
                <a:close/>
              </a:path>
              <a:path w="1006475" h="1083945">
                <a:moveTo>
                  <a:pt x="286347" y="102205"/>
                </a:moveTo>
                <a:lnTo>
                  <a:pt x="218071" y="102205"/>
                </a:lnTo>
                <a:lnTo>
                  <a:pt x="218804" y="102687"/>
                </a:lnTo>
                <a:lnTo>
                  <a:pt x="219557" y="103090"/>
                </a:lnTo>
                <a:lnTo>
                  <a:pt x="219416" y="103090"/>
                </a:lnTo>
                <a:lnTo>
                  <a:pt x="258912" y="129085"/>
                </a:lnTo>
                <a:lnTo>
                  <a:pt x="258269" y="128577"/>
                </a:lnTo>
                <a:lnTo>
                  <a:pt x="319705" y="128577"/>
                </a:lnTo>
                <a:lnTo>
                  <a:pt x="287467" y="103090"/>
                </a:lnTo>
                <a:lnTo>
                  <a:pt x="219557" y="103090"/>
                </a:lnTo>
                <a:lnTo>
                  <a:pt x="218880" y="102687"/>
                </a:lnTo>
                <a:lnTo>
                  <a:pt x="286957" y="102687"/>
                </a:lnTo>
                <a:lnTo>
                  <a:pt x="286347" y="102205"/>
                </a:lnTo>
                <a:close/>
              </a:path>
              <a:path w="1006475" h="1083945">
                <a:moveTo>
                  <a:pt x="199101" y="48934"/>
                </a:moveTo>
                <a:lnTo>
                  <a:pt x="89357" y="48934"/>
                </a:lnTo>
                <a:lnTo>
                  <a:pt x="111478" y="54921"/>
                </a:lnTo>
                <a:lnTo>
                  <a:pt x="133419" y="62137"/>
                </a:lnTo>
                <a:lnTo>
                  <a:pt x="153434" y="69904"/>
                </a:lnTo>
                <a:lnTo>
                  <a:pt x="155134" y="70539"/>
                </a:lnTo>
                <a:lnTo>
                  <a:pt x="176178" y="79880"/>
                </a:lnTo>
                <a:lnTo>
                  <a:pt x="218804" y="102687"/>
                </a:lnTo>
                <a:lnTo>
                  <a:pt x="218071" y="102205"/>
                </a:lnTo>
                <a:lnTo>
                  <a:pt x="286347" y="102205"/>
                </a:lnTo>
                <a:lnTo>
                  <a:pt x="281249" y="98174"/>
                </a:lnTo>
                <a:lnTo>
                  <a:pt x="238295" y="69904"/>
                </a:lnTo>
                <a:lnTo>
                  <a:pt x="199101" y="48934"/>
                </a:lnTo>
                <a:close/>
              </a:path>
              <a:path w="1006475" h="1083945">
                <a:moveTo>
                  <a:pt x="1201" y="0"/>
                </a:moveTo>
                <a:lnTo>
                  <a:pt x="79" y="35556"/>
                </a:lnTo>
                <a:lnTo>
                  <a:pt x="0" y="38080"/>
                </a:lnTo>
                <a:lnTo>
                  <a:pt x="23553" y="38823"/>
                </a:lnTo>
                <a:lnTo>
                  <a:pt x="23168" y="38823"/>
                </a:lnTo>
                <a:lnTo>
                  <a:pt x="45888" y="40948"/>
                </a:lnTo>
                <a:lnTo>
                  <a:pt x="45670" y="40948"/>
                </a:lnTo>
                <a:lnTo>
                  <a:pt x="68178" y="44414"/>
                </a:lnTo>
                <a:lnTo>
                  <a:pt x="68031" y="44414"/>
                </a:lnTo>
                <a:lnTo>
                  <a:pt x="90380" y="49182"/>
                </a:lnTo>
                <a:lnTo>
                  <a:pt x="89357" y="48934"/>
                </a:lnTo>
                <a:lnTo>
                  <a:pt x="199101" y="48934"/>
                </a:lnTo>
                <a:lnTo>
                  <a:pt x="193551" y="45965"/>
                </a:lnTo>
                <a:lnTo>
                  <a:pt x="146748" y="26441"/>
                </a:lnTo>
                <a:lnTo>
                  <a:pt x="98845" y="12030"/>
                </a:lnTo>
                <a:lnTo>
                  <a:pt x="49999" y="3065"/>
                </a:lnTo>
                <a:lnTo>
                  <a:pt x="25342" y="760"/>
                </a:lnTo>
                <a:lnTo>
                  <a:pt x="1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矩形 145"/>
          <p:cNvSpPr/>
          <p:nvPr/>
        </p:nvSpPr>
        <p:spPr>
          <a:xfrm>
            <a:off x="528955" y="1068705"/>
            <a:ext cx="4813935" cy="37338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读放大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7010" y="15875"/>
            <a:ext cx="2957195" cy="75120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EROFS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61720"/>
            <a:ext cx="12089765" cy="150749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EROFS (Enhanced Read-Only File System)</a:t>
            </a: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是一种全新的压缩只读文件系统</a:t>
            </a:r>
            <a:r>
              <a:rPr lang="en-US" altLang="zh-CN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,</a:t>
            </a: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其设计目标是</a:t>
            </a:r>
            <a:r>
              <a:rPr lang="en-US" altLang="zh-CN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:</a:t>
            </a: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在提供高压缩率的同时</a:t>
            </a:r>
            <a:r>
              <a:rPr lang="en-US" altLang="zh-CN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,</a:t>
            </a:r>
            <a:r>
              <a:rPr lang="zh-CN" altLang="en-US" sz="2800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从根本上解决读放大问题并最大限度地减少解压过程中的内存开销。</a:t>
            </a:r>
            <a:endParaRPr lang="zh-CN" altLang="en-US" sz="2800">
              <a:solidFill>
                <a:schemeClr val="tx1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2863850"/>
            <a:ext cx="5158105" cy="304990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594350" y="2863850"/>
            <a:ext cx="6431915" cy="341376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object 2"/>
          <p:cNvGrpSpPr/>
          <p:nvPr/>
        </p:nvGrpSpPr>
        <p:grpSpPr>
          <a:xfrm>
            <a:off x="332768" y="3430760"/>
            <a:ext cx="4813300" cy="1583055"/>
            <a:chOff x="730278" y="1635615"/>
            <a:chExt cx="4813300" cy="1583055"/>
          </a:xfrm>
        </p:grpSpPr>
        <p:sp>
          <p:nvSpPr>
            <p:cNvPr id="24" name="object 3"/>
            <p:cNvSpPr/>
            <p:nvPr/>
          </p:nvSpPr>
          <p:spPr>
            <a:xfrm>
              <a:off x="4630323" y="1658827"/>
              <a:ext cx="894080" cy="450215"/>
            </a:xfrm>
            <a:custGeom>
              <a:avLst/>
              <a:gdLst/>
              <a:ahLst/>
              <a:cxnLst/>
              <a:rect l="l" t="t" r="r" b="b"/>
              <a:pathLst>
                <a:path w="894079" h="450214">
                  <a:moveTo>
                    <a:pt x="893699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893699" y="450000"/>
                  </a:lnTo>
                  <a:lnTo>
                    <a:pt x="893699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4"/>
            <p:cNvSpPr/>
            <p:nvPr/>
          </p:nvSpPr>
          <p:spPr>
            <a:xfrm>
              <a:off x="4630323" y="1658827"/>
              <a:ext cx="894080" cy="450215"/>
            </a:xfrm>
            <a:custGeom>
              <a:avLst/>
              <a:gdLst/>
              <a:ahLst/>
              <a:cxnLst/>
              <a:rect l="l" t="t" r="r" b="b"/>
              <a:pathLst>
                <a:path w="894079" h="450214">
                  <a:moveTo>
                    <a:pt x="0" y="0"/>
                  </a:moveTo>
                  <a:lnTo>
                    <a:pt x="893699" y="0"/>
                  </a:lnTo>
                  <a:lnTo>
                    <a:pt x="893699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5"/>
            <p:cNvSpPr/>
            <p:nvPr/>
          </p:nvSpPr>
          <p:spPr>
            <a:xfrm>
              <a:off x="4003977" y="1654665"/>
              <a:ext cx="638175" cy="450215"/>
            </a:xfrm>
            <a:custGeom>
              <a:avLst/>
              <a:gdLst/>
              <a:ahLst/>
              <a:cxnLst/>
              <a:rect l="l" t="t" r="r" b="b"/>
              <a:pathLst>
                <a:path w="638175" h="450214">
                  <a:moveTo>
                    <a:pt x="6378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637899" y="449999"/>
                  </a:lnTo>
                  <a:lnTo>
                    <a:pt x="637899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6"/>
            <p:cNvSpPr/>
            <p:nvPr/>
          </p:nvSpPr>
          <p:spPr>
            <a:xfrm>
              <a:off x="4003977" y="1654665"/>
              <a:ext cx="638175" cy="450215"/>
            </a:xfrm>
            <a:custGeom>
              <a:avLst/>
              <a:gdLst/>
              <a:ahLst/>
              <a:cxnLst/>
              <a:rect l="l" t="t" r="r" b="b"/>
              <a:pathLst>
                <a:path w="638175" h="450214">
                  <a:moveTo>
                    <a:pt x="0" y="0"/>
                  </a:moveTo>
                  <a:lnTo>
                    <a:pt x="637900" y="0"/>
                  </a:lnTo>
                  <a:lnTo>
                    <a:pt x="6379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7"/>
            <p:cNvSpPr/>
            <p:nvPr/>
          </p:nvSpPr>
          <p:spPr>
            <a:xfrm>
              <a:off x="4638668" y="1674464"/>
              <a:ext cx="0" cy="410845"/>
            </a:xfrm>
            <a:custGeom>
              <a:avLst/>
              <a:gdLst/>
              <a:ahLst/>
              <a:cxnLst/>
              <a:rect l="l" t="t" r="r" b="b"/>
              <a:pathLst>
                <a:path h="410844">
                  <a:moveTo>
                    <a:pt x="0" y="0"/>
                  </a:moveTo>
                  <a:lnTo>
                    <a:pt x="1" y="410399"/>
                  </a:lnTo>
                </a:path>
              </a:pathLst>
            </a:custGeom>
            <a:ln w="50800">
              <a:solidFill>
                <a:srgbClr val="C6E0B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8"/>
            <p:cNvSpPr/>
            <p:nvPr/>
          </p:nvSpPr>
          <p:spPr>
            <a:xfrm>
              <a:off x="2854265" y="1654665"/>
              <a:ext cx="1150620" cy="450215"/>
            </a:xfrm>
            <a:custGeom>
              <a:avLst/>
              <a:gdLst/>
              <a:ahLst/>
              <a:cxnLst/>
              <a:rect l="l" t="t" r="r" b="b"/>
              <a:pathLst>
                <a:path w="1150620" h="450214">
                  <a:moveTo>
                    <a:pt x="1150346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1150346" y="449999"/>
                  </a:lnTo>
                  <a:lnTo>
                    <a:pt x="1150346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9"/>
            <p:cNvSpPr/>
            <p:nvPr/>
          </p:nvSpPr>
          <p:spPr>
            <a:xfrm>
              <a:off x="2854265" y="1654665"/>
              <a:ext cx="1150620" cy="450215"/>
            </a:xfrm>
            <a:custGeom>
              <a:avLst/>
              <a:gdLst/>
              <a:ahLst/>
              <a:cxnLst/>
              <a:rect l="l" t="t" r="r" b="b"/>
              <a:pathLst>
                <a:path w="1150620" h="450214">
                  <a:moveTo>
                    <a:pt x="0" y="0"/>
                  </a:moveTo>
                  <a:lnTo>
                    <a:pt x="1150347" y="0"/>
                  </a:lnTo>
                  <a:lnTo>
                    <a:pt x="1150347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10"/>
            <p:cNvSpPr/>
            <p:nvPr/>
          </p:nvSpPr>
          <p:spPr>
            <a:xfrm>
              <a:off x="3998827" y="1674464"/>
              <a:ext cx="0" cy="410845"/>
            </a:xfrm>
            <a:custGeom>
              <a:avLst/>
              <a:gdLst/>
              <a:ahLst/>
              <a:cxnLst/>
              <a:rect l="l" t="t" r="r" b="b"/>
              <a:pathLst>
                <a:path h="410844">
                  <a:moveTo>
                    <a:pt x="0" y="0"/>
                  </a:moveTo>
                  <a:lnTo>
                    <a:pt x="1" y="410399"/>
                  </a:lnTo>
                </a:path>
              </a:pathLst>
            </a:custGeom>
            <a:ln w="50800">
              <a:solidFill>
                <a:srgbClr val="C6E0B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11"/>
            <p:cNvSpPr/>
            <p:nvPr/>
          </p:nvSpPr>
          <p:spPr>
            <a:xfrm>
              <a:off x="2006884" y="1654665"/>
              <a:ext cx="847090" cy="450215"/>
            </a:xfrm>
            <a:custGeom>
              <a:avLst/>
              <a:gdLst/>
              <a:ahLst/>
              <a:cxnLst/>
              <a:rect l="l" t="t" r="r" b="b"/>
              <a:pathLst>
                <a:path w="847089" h="450214">
                  <a:moveTo>
                    <a:pt x="846841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846841" y="449999"/>
                  </a:lnTo>
                  <a:lnTo>
                    <a:pt x="84684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12"/>
            <p:cNvSpPr/>
            <p:nvPr/>
          </p:nvSpPr>
          <p:spPr>
            <a:xfrm>
              <a:off x="2006884" y="1654665"/>
              <a:ext cx="847090" cy="450215"/>
            </a:xfrm>
            <a:custGeom>
              <a:avLst/>
              <a:gdLst/>
              <a:ahLst/>
              <a:cxnLst/>
              <a:rect l="l" t="t" r="r" b="b"/>
              <a:pathLst>
                <a:path w="847089" h="450214">
                  <a:moveTo>
                    <a:pt x="0" y="0"/>
                  </a:moveTo>
                  <a:lnTo>
                    <a:pt x="846841" y="0"/>
                  </a:lnTo>
                  <a:lnTo>
                    <a:pt x="846841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13"/>
            <p:cNvSpPr/>
            <p:nvPr/>
          </p:nvSpPr>
          <p:spPr>
            <a:xfrm>
              <a:off x="2849467" y="1674464"/>
              <a:ext cx="0" cy="410845"/>
            </a:xfrm>
            <a:custGeom>
              <a:avLst/>
              <a:gdLst/>
              <a:ahLst/>
              <a:cxnLst/>
              <a:rect l="l" t="t" r="r" b="b"/>
              <a:pathLst>
                <a:path h="410844">
                  <a:moveTo>
                    <a:pt x="0" y="0"/>
                  </a:moveTo>
                  <a:lnTo>
                    <a:pt x="1" y="410399"/>
                  </a:lnTo>
                </a:path>
              </a:pathLst>
            </a:custGeom>
            <a:ln w="50800">
              <a:solidFill>
                <a:srgbClr val="C6E0B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14"/>
            <p:cNvSpPr/>
            <p:nvPr/>
          </p:nvSpPr>
          <p:spPr>
            <a:xfrm>
              <a:off x="1034542" y="2088184"/>
              <a:ext cx="4051300" cy="1130300"/>
            </a:xfrm>
            <a:custGeom>
              <a:avLst/>
              <a:gdLst/>
              <a:ahLst/>
              <a:cxnLst/>
              <a:rect l="l" t="t" r="r" b="b"/>
              <a:pathLst>
                <a:path w="4051300" h="1130300">
                  <a:moveTo>
                    <a:pt x="364401" y="21793"/>
                  </a:moveTo>
                  <a:lnTo>
                    <a:pt x="327812" y="11176"/>
                  </a:lnTo>
                  <a:lnTo>
                    <a:pt x="36601" y="1014844"/>
                  </a:lnTo>
                  <a:lnTo>
                    <a:pt x="0" y="1004227"/>
                  </a:lnTo>
                  <a:lnTo>
                    <a:pt x="23037" y="1129931"/>
                  </a:lnTo>
                  <a:lnTo>
                    <a:pt x="102679" y="1043762"/>
                  </a:lnTo>
                  <a:lnTo>
                    <a:pt x="109778" y="1036078"/>
                  </a:lnTo>
                  <a:lnTo>
                    <a:pt x="73190" y="1025461"/>
                  </a:lnTo>
                  <a:lnTo>
                    <a:pt x="364401" y="21793"/>
                  </a:lnTo>
                  <a:close/>
                </a:path>
                <a:path w="4051300" h="1130300">
                  <a:moveTo>
                    <a:pt x="1410423" y="28638"/>
                  </a:moveTo>
                  <a:lnTo>
                    <a:pt x="1381086" y="4330"/>
                  </a:lnTo>
                  <a:lnTo>
                    <a:pt x="531533" y="1029766"/>
                  </a:lnTo>
                  <a:lnTo>
                    <a:pt x="502196" y="1005459"/>
                  </a:lnTo>
                  <a:lnTo>
                    <a:pt x="473278" y="1129931"/>
                  </a:lnTo>
                  <a:lnTo>
                    <a:pt x="590207" y="1078369"/>
                  </a:lnTo>
                  <a:lnTo>
                    <a:pt x="578573" y="1068743"/>
                  </a:lnTo>
                  <a:lnTo>
                    <a:pt x="560870" y="1054061"/>
                  </a:lnTo>
                  <a:lnTo>
                    <a:pt x="1410423" y="28638"/>
                  </a:lnTo>
                  <a:close/>
                </a:path>
                <a:path w="4051300" h="1130300">
                  <a:moveTo>
                    <a:pt x="2406383" y="31673"/>
                  </a:moveTo>
                  <a:lnTo>
                    <a:pt x="2383396" y="1295"/>
                  </a:lnTo>
                  <a:lnTo>
                    <a:pt x="1002474" y="1045781"/>
                  </a:lnTo>
                  <a:lnTo>
                    <a:pt x="979487" y="1015403"/>
                  </a:lnTo>
                  <a:lnTo>
                    <a:pt x="922807" y="1129931"/>
                  </a:lnTo>
                  <a:lnTo>
                    <a:pt x="1048435" y="1106563"/>
                  </a:lnTo>
                  <a:lnTo>
                    <a:pt x="1034148" y="1087666"/>
                  </a:lnTo>
                  <a:lnTo>
                    <a:pt x="1025448" y="1076172"/>
                  </a:lnTo>
                  <a:lnTo>
                    <a:pt x="2406383" y="31673"/>
                  </a:lnTo>
                  <a:close/>
                </a:path>
                <a:path w="4051300" h="1130300">
                  <a:moveTo>
                    <a:pt x="3297923" y="32969"/>
                  </a:moveTo>
                  <a:lnTo>
                    <a:pt x="3278835" y="0"/>
                  </a:lnTo>
                  <a:lnTo>
                    <a:pt x="1454099" y="1056182"/>
                  </a:lnTo>
                  <a:lnTo>
                    <a:pt x="1435023" y="1023213"/>
                  </a:lnTo>
                  <a:lnTo>
                    <a:pt x="1364729" y="1129931"/>
                  </a:lnTo>
                  <a:lnTo>
                    <a:pt x="1492275" y="1122133"/>
                  </a:lnTo>
                  <a:lnTo>
                    <a:pt x="1478711" y="1098702"/>
                  </a:lnTo>
                  <a:lnTo>
                    <a:pt x="1473187" y="1089164"/>
                  </a:lnTo>
                  <a:lnTo>
                    <a:pt x="3297923" y="32969"/>
                  </a:lnTo>
                  <a:close/>
                </a:path>
                <a:path w="4051300" h="1130300">
                  <a:moveTo>
                    <a:pt x="4051109" y="37706"/>
                  </a:moveTo>
                  <a:lnTo>
                    <a:pt x="4034142" y="3594"/>
                  </a:lnTo>
                  <a:lnTo>
                    <a:pt x="1908073" y="1061935"/>
                  </a:lnTo>
                  <a:lnTo>
                    <a:pt x="1891106" y="1027836"/>
                  </a:lnTo>
                  <a:lnTo>
                    <a:pt x="1814245" y="1129931"/>
                  </a:lnTo>
                  <a:lnTo>
                    <a:pt x="1942033" y="1130160"/>
                  </a:lnTo>
                  <a:lnTo>
                    <a:pt x="1929282" y="1104531"/>
                  </a:lnTo>
                  <a:lnTo>
                    <a:pt x="1925053" y="1096048"/>
                  </a:lnTo>
                  <a:lnTo>
                    <a:pt x="4051109" y="37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15"/>
            <p:cNvSpPr/>
            <p:nvPr/>
          </p:nvSpPr>
          <p:spPr>
            <a:xfrm>
              <a:off x="749328" y="1654665"/>
              <a:ext cx="1263015" cy="450215"/>
            </a:xfrm>
            <a:custGeom>
              <a:avLst/>
              <a:gdLst/>
              <a:ahLst/>
              <a:cxnLst/>
              <a:rect l="l" t="t" r="r" b="b"/>
              <a:pathLst>
                <a:path w="1263014" h="450214">
                  <a:moveTo>
                    <a:pt x="1262644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1262644" y="449999"/>
                  </a:lnTo>
                  <a:lnTo>
                    <a:pt x="1262644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16"/>
            <p:cNvSpPr/>
            <p:nvPr/>
          </p:nvSpPr>
          <p:spPr>
            <a:xfrm>
              <a:off x="749328" y="1654665"/>
              <a:ext cx="1263015" cy="450215"/>
            </a:xfrm>
            <a:custGeom>
              <a:avLst/>
              <a:gdLst/>
              <a:ahLst/>
              <a:cxnLst/>
              <a:rect l="l" t="t" r="r" b="b"/>
              <a:pathLst>
                <a:path w="1263014" h="450214">
                  <a:moveTo>
                    <a:pt x="0" y="0"/>
                  </a:moveTo>
                  <a:lnTo>
                    <a:pt x="1262644" y="0"/>
                  </a:lnTo>
                  <a:lnTo>
                    <a:pt x="126264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17"/>
            <p:cNvSpPr/>
            <p:nvPr/>
          </p:nvSpPr>
          <p:spPr>
            <a:xfrm>
              <a:off x="2005623" y="1674464"/>
              <a:ext cx="0" cy="410845"/>
            </a:xfrm>
            <a:custGeom>
              <a:avLst/>
              <a:gdLst/>
              <a:ahLst/>
              <a:cxnLst/>
              <a:rect l="l" t="t" r="r" b="b"/>
              <a:pathLst>
                <a:path h="410844">
                  <a:moveTo>
                    <a:pt x="0" y="0"/>
                  </a:moveTo>
                  <a:lnTo>
                    <a:pt x="1" y="410399"/>
                  </a:lnTo>
                </a:path>
              </a:pathLst>
            </a:custGeom>
            <a:ln w="50800">
              <a:solidFill>
                <a:srgbClr val="C6E0B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9" name="object 19"/>
          <p:cNvGraphicFramePr>
            <a:graphicFrameLocks noGrp="1"/>
          </p:cNvGraphicFramePr>
          <p:nvPr/>
        </p:nvGraphicFramePr>
        <p:xfrm>
          <a:off x="351894" y="5015795"/>
          <a:ext cx="235585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</a:tblGrid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7976870" y="2569210"/>
            <a:ext cx="1666875" cy="521970"/>
          </a:xfrm>
          <a:prstGeom prst="rect">
            <a:avLst/>
          </a:prstGeom>
          <a:solidFill>
            <a:srgbClr val="FDF6EE"/>
          </a:solidFill>
        </p:spPr>
        <p:txBody>
          <a:bodyPr wrap="square" rtlCol="0">
            <a:spAutoFit/>
          </a:bodyPr>
          <a:p>
            <a:r>
              <a:rPr lang="zh-CN" altLang="en-US" sz="2800" b="1">
                <a:latin typeface="金山云技术体" charset="-122"/>
                <a:ea typeface="金山云技术体" charset="-122"/>
              </a:rPr>
              <a:t>核心革新</a:t>
            </a:r>
            <a:endParaRPr lang="zh-CN" altLang="en-US" sz="2800" b="1">
              <a:latin typeface="金山云技术体" charset="-122"/>
              <a:ea typeface="金山云技术体" charset="-122"/>
            </a:endParaRPr>
          </a:p>
        </p:txBody>
      </p:sp>
      <p:sp>
        <p:nvSpPr>
          <p:cNvPr id="41" name="object 20"/>
          <p:cNvSpPr txBox="1"/>
          <p:nvPr/>
        </p:nvSpPr>
        <p:spPr>
          <a:xfrm>
            <a:off x="5758815" y="3091180"/>
            <a:ext cx="6147435" cy="304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</a:pPr>
            <a:r>
              <a:rPr lang="zh-CN" altLang="en-US" sz="3300" b="1">
                <a:latin typeface="Calibri" panose="020F0502020204030204"/>
                <a:cs typeface="Calibri" panose="020F0502020204030204"/>
              </a:rPr>
              <a:t>定长输出压缩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（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Fixed-sized output compression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）</a:t>
            </a:r>
            <a:endParaRPr lang="zh-CN" altLang="en-US" sz="320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准备大段数据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压缩成定长块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重复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07010" y="15875"/>
            <a:ext cx="2957195" cy="75120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EROFS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181100"/>
            <a:ext cx="5158105" cy="292290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594350" y="1181100"/>
            <a:ext cx="6431915" cy="53028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976870" y="1029335"/>
            <a:ext cx="1666875" cy="521970"/>
          </a:xfrm>
          <a:prstGeom prst="rect">
            <a:avLst/>
          </a:prstGeom>
          <a:solidFill>
            <a:srgbClr val="FDF6EE"/>
          </a:solidFill>
        </p:spPr>
        <p:txBody>
          <a:bodyPr wrap="square" rtlCol="0">
            <a:spAutoFit/>
          </a:bodyPr>
          <a:p>
            <a:r>
              <a:rPr lang="zh-CN" altLang="en-US" sz="2800" b="1">
                <a:latin typeface="金山云技术体" charset="-122"/>
                <a:ea typeface="金山云技术体" charset="-122"/>
              </a:rPr>
              <a:t>核心革新</a:t>
            </a:r>
            <a:endParaRPr lang="zh-CN" altLang="en-US" sz="2800" b="1">
              <a:latin typeface="金山云技术体" charset="-122"/>
              <a:ea typeface="金山云技术体" charset="-122"/>
            </a:endParaRPr>
          </a:p>
        </p:txBody>
      </p:sp>
      <p:sp>
        <p:nvSpPr>
          <p:cNvPr id="41" name="object 20"/>
          <p:cNvSpPr txBox="1"/>
          <p:nvPr/>
        </p:nvSpPr>
        <p:spPr>
          <a:xfrm>
            <a:off x="5701030" y="1551305"/>
            <a:ext cx="6147435" cy="50634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</a:pPr>
            <a:r>
              <a:rPr lang="zh-CN" altLang="en-US" sz="3300" b="1">
                <a:latin typeface="Calibri" panose="020F0502020204030204"/>
                <a:cs typeface="Calibri" panose="020F0502020204030204"/>
              </a:rPr>
              <a:t>定长输出压缩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（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Fixed-sized output compression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）</a:t>
            </a:r>
            <a:endParaRPr lang="zh-CN" altLang="en-US" sz="320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准备大段数据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压缩成定长块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  <a:p>
            <a:pPr marL="526415" indent="-513715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6415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重复</a:t>
            </a: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80000"/>
              </a:lnSpc>
              <a:spcBef>
                <a:spcPts val="2085"/>
              </a:spcBef>
              <a:buNone/>
              <a:tabLst>
                <a:tab pos="526415" algn="l"/>
              </a:tabLst>
            </a:pP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√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降低读放大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Calibri" panose="020F0502020204030204"/>
              <a:sym typeface="+mn-ea"/>
            </a:endParaRPr>
          </a:p>
          <a:p>
            <a:pPr marL="12700" indent="0">
              <a:lnSpc>
                <a:spcPct val="80000"/>
              </a:lnSpc>
              <a:spcBef>
                <a:spcPts val="2085"/>
              </a:spcBef>
              <a:buNone/>
              <a:tabLst>
                <a:tab pos="526415" algn="l"/>
              </a:tabLst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√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更高压缩率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  <a:cs typeface="Calibri" panose="020F0502020204030204"/>
              <a:sym typeface="+mn-ea"/>
            </a:endParaRPr>
          </a:p>
          <a:p>
            <a:pPr marL="12700" indent="0">
              <a:lnSpc>
                <a:spcPct val="80000"/>
              </a:lnSpc>
              <a:spcBef>
                <a:spcPts val="2085"/>
              </a:spcBef>
              <a:buNone/>
              <a:tabLst>
                <a:tab pos="526415" algn="l"/>
              </a:tabLst>
            </a:pPr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√ 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Calibri" panose="020F0502020204030204"/>
                <a:sym typeface="+mn-ea"/>
              </a:rPr>
              <a:t>支持就地解压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2085"/>
              </a:spcBef>
              <a:buNone/>
              <a:tabLst>
                <a:tab pos="526415" algn="l"/>
              </a:tabLst>
            </a:pPr>
            <a:endParaRPr lang="zh-CN" altLang="en-US" sz="2800" spc="-1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7531" y="1426432"/>
            <a:ext cx="4810125" cy="1791970"/>
            <a:chOff x="733281" y="1426432"/>
            <a:chExt cx="4810125" cy="1791970"/>
          </a:xfrm>
        </p:grpSpPr>
        <p:sp>
          <p:nvSpPr>
            <p:cNvPr id="6" name="object 5"/>
            <p:cNvSpPr/>
            <p:nvPr/>
          </p:nvSpPr>
          <p:spPr>
            <a:xfrm>
              <a:off x="752331" y="1651251"/>
              <a:ext cx="4772025" cy="450215"/>
            </a:xfrm>
            <a:custGeom>
              <a:avLst/>
              <a:gdLst/>
              <a:ahLst/>
              <a:cxnLst/>
              <a:rect l="l" t="t" r="r" b="b"/>
              <a:pathLst>
                <a:path w="4772025" h="450214">
                  <a:moveTo>
                    <a:pt x="4771691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771691" y="449999"/>
                  </a:lnTo>
                  <a:lnTo>
                    <a:pt x="477169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6"/>
            <p:cNvSpPr/>
            <p:nvPr/>
          </p:nvSpPr>
          <p:spPr>
            <a:xfrm>
              <a:off x="752331" y="1651251"/>
              <a:ext cx="4772025" cy="450215"/>
            </a:xfrm>
            <a:custGeom>
              <a:avLst/>
              <a:gdLst/>
              <a:ahLst/>
              <a:cxnLst/>
              <a:rect l="l" t="t" r="r" b="b"/>
              <a:pathLst>
                <a:path w="4772025" h="450214">
                  <a:moveTo>
                    <a:pt x="0" y="0"/>
                  </a:moveTo>
                  <a:lnTo>
                    <a:pt x="4771692" y="0"/>
                  </a:lnTo>
                  <a:lnTo>
                    <a:pt x="4771692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7"/>
            <p:cNvSpPr/>
            <p:nvPr/>
          </p:nvSpPr>
          <p:spPr>
            <a:xfrm>
              <a:off x="1034542" y="2088184"/>
              <a:ext cx="4051300" cy="1130300"/>
            </a:xfrm>
            <a:custGeom>
              <a:avLst/>
              <a:gdLst/>
              <a:ahLst/>
              <a:cxnLst/>
              <a:rect l="l" t="t" r="r" b="b"/>
              <a:pathLst>
                <a:path w="4051300" h="1130300">
                  <a:moveTo>
                    <a:pt x="109778" y="1036078"/>
                  </a:moveTo>
                  <a:lnTo>
                    <a:pt x="0" y="1004227"/>
                  </a:lnTo>
                  <a:lnTo>
                    <a:pt x="23037" y="1129931"/>
                  </a:lnTo>
                  <a:lnTo>
                    <a:pt x="109778" y="1036078"/>
                  </a:lnTo>
                  <a:close/>
                </a:path>
                <a:path w="4051300" h="1130300">
                  <a:moveTo>
                    <a:pt x="141452" y="790206"/>
                  </a:moveTo>
                  <a:lnTo>
                    <a:pt x="104851" y="779589"/>
                  </a:lnTo>
                  <a:lnTo>
                    <a:pt x="62395" y="925944"/>
                  </a:lnTo>
                  <a:lnTo>
                    <a:pt x="98983" y="936561"/>
                  </a:lnTo>
                  <a:lnTo>
                    <a:pt x="141452" y="790206"/>
                  </a:lnTo>
                  <a:close/>
                </a:path>
                <a:path w="4051300" h="1130300">
                  <a:moveTo>
                    <a:pt x="215760" y="534073"/>
                  </a:moveTo>
                  <a:lnTo>
                    <a:pt x="179171" y="523455"/>
                  </a:lnTo>
                  <a:lnTo>
                    <a:pt x="136702" y="669810"/>
                  </a:lnTo>
                  <a:lnTo>
                    <a:pt x="173291" y="680427"/>
                  </a:lnTo>
                  <a:lnTo>
                    <a:pt x="215760" y="534073"/>
                  </a:lnTo>
                  <a:close/>
                </a:path>
                <a:path w="4051300" h="1130300">
                  <a:moveTo>
                    <a:pt x="290080" y="277926"/>
                  </a:moveTo>
                  <a:lnTo>
                    <a:pt x="253492" y="267309"/>
                  </a:lnTo>
                  <a:lnTo>
                    <a:pt x="211023" y="413677"/>
                  </a:lnTo>
                  <a:lnTo>
                    <a:pt x="247611" y="424294"/>
                  </a:lnTo>
                  <a:lnTo>
                    <a:pt x="290080" y="277926"/>
                  </a:lnTo>
                  <a:close/>
                </a:path>
                <a:path w="4051300" h="1130300">
                  <a:moveTo>
                    <a:pt x="364401" y="21793"/>
                  </a:moveTo>
                  <a:lnTo>
                    <a:pt x="327812" y="11176"/>
                  </a:lnTo>
                  <a:lnTo>
                    <a:pt x="285343" y="157543"/>
                  </a:lnTo>
                  <a:lnTo>
                    <a:pt x="321932" y="168160"/>
                  </a:lnTo>
                  <a:lnTo>
                    <a:pt x="364401" y="21793"/>
                  </a:lnTo>
                  <a:close/>
                </a:path>
                <a:path w="4051300" h="1130300">
                  <a:moveTo>
                    <a:pt x="590207" y="1078369"/>
                  </a:moveTo>
                  <a:lnTo>
                    <a:pt x="578573" y="1068743"/>
                  </a:lnTo>
                  <a:lnTo>
                    <a:pt x="533260" y="1031201"/>
                  </a:lnTo>
                  <a:lnTo>
                    <a:pt x="502196" y="1005459"/>
                  </a:lnTo>
                  <a:lnTo>
                    <a:pt x="473278" y="1129931"/>
                  </a:lnTo>
                  <a:lnTo>
                    <a:pt x="590207" y="1078369"/>
                  </a:lnTo>
                  <a:close/>
                </a:path>
                <a:path w="4051300" h="1130300">
                  <a:moveTo>
                    <a:pt x="729830" y="850125"/>
                  </a:moveTo>
                  <a:lnTo>
                    <a:pt x="700493" y="825830"/>
                  </a:lnTo>
                  <a:lnTo>
                    <a:pt x="603262" y="943178"/>
                  </a:lnTo>
                  <a:lnTo>
                    <a:pt x="632599" y="967486"/>
                  </a:lnTo>
                  <a:lnTo>
                    <a:pt x="729830" y="850125"/>
                  </a:lnTo>
                  <a:close/>
                </a:path>
                <a:path w="4051300" h="1130300">
                  <a:moveTo>
                    <a:pt x="899985" y="644753"/>
                  </a:moveTo>
                  <a:lnTo>
                    <a:pt x="870635" y="620445"/>
                  </a:lnTo>
                  <a:lnTo>
                    <a:pt x="773417" y="737806"/>
                  </a:lnTo>
                  <a:lnTo>
                    <a:pt x="802754" y="762114"/>
                  </a:lnTo>
                  <a:lnTo>
                    <a:pt x="899985" y="644753"/>
                  </a:lnTo>
                  <a:close/>
                </a:path>
                <a:path w="4051300" h="1130300">
                  <a:moveTo>
                    <a:pt x="1070127" y="439381"/>
                  </a:moveTo>
                  <a:lnTo>
                    <a:pt x="1040790" y="415074"/>
                  </a:lnTo>
                  <a:lnTo>
                    <a:pt x="943559" y="532434"/>
                  </a:lnTo>
                  <a:lnTo>
                    <a:pt x="972896" y="556742"/>
                  </a:lnTo>
                  <a:lnTo>
                    <a:pt x="1070127" y="439381"/>
                  </a:lnTo>
                  <a:close/>
                </a:path>
                <a:path w="4051300" h="1130300">
                  <a:moveTo>
                    <a:pt x="1130134" y="997000"/>
                  </a:moveTo>
                  <a:lnTo>
                    <a:pt x="1107147" y="966609"/>
                  </a:lnTo>
                  <a:lnTo>
                    <a:pt x="1002474" y="1045781"/>
                  </a:lnTo>
                  <a:lnTo>
                    <a:pt x="979487" y="1015403"/>
                  </a:lnTo>
                  <a:lnTo>
                    <a:pt x="922807" y="1129931"/>
                  </a:lnTo>
                  <a:lnTo>
                    <a:pt x="1048435" y="1106563"/>
                  </a:lnTo>
                  <a:lnTo>
                    <a:pt x="1034148" y="1087666"/>
                  </a:lnTo>
                  <a:lnTo>
                    <a:pt x="1025448" y="1076172"/>
                  </a:lnTo>
                  <a:lnTo>
                    <a:pt x="1130134" y="997000"/>
                  </a:lnTo>
                  <a:close/>
                </a:path>
                <a:path w="4051300" h="1130300">
                  <a:moveTo>
                    <a:pt x="1240282" y="234010"/>
                  </a:moveTo>
                  <a:lnTo>
                    <a:pt x="1210945" y="209702"/>
                  </a:lnTo>
                  <a:lnTo>
                    <a:pt x="1113713" y="327063"/>
                  </a:lnTo>
                  <a:lnTo>
                    <a:pt x="1143050" y="351370"/>
                  </a:lnTo>
                  <a:lnTo>
                    <a:pt x="1240282" y="234010"/>
                  </a:lnTo>
                  <a:close/>
                </a:path>
                <a:path w="4051300" h="1130300">
                  <a:moveTo>
                    <a:pt x="1342847" y="836104"/>
                  </a:moveTo>
                  <a:lnTo>
                    <a:pt x="1319860" y="805726"/>
                  </a:lnTo>
                  <a:lnTo>
                    <a:pt x="1198308" y="897661"/>
                  </a:lnTo>
                  <a:lnTo>
                    <a:pt x="1221295" y="928039"/>
                  </a:lnTo>
                  <a:lnTo>
                    <a:pt x="1342847" y="836104"/>
                  </a:lnTo>
                  <a:close/>
                </a:path>
                <a:path w="4051300" h="1130300">
                  <a:moveTo>
                    <a:pt x="1410423" y="28638"/>
                  </a:moveTo>
                  <a:lnTo>
                    <a:pt x="1381086" y="4330"/>
                  </a:lnTo>
                  <a:lnTo>
                    <a:pt x="1283855" y="121691"/>
                  </a:lnTo>
                  <a:lnTo>
                    <a:pt x="1313205" y="145999"/>
                  </a:lnTo>
                  <a:lnTo>
                    <a:pt x="1410423" y="28638"/>
                  </a:lnTo>
                  <a:close/>
                </a:path>
                <a:path w="4051300" h="1130300">
                  <a:moveTo>
                    <a:pt x="1492275" y="1122133"/>
                  </a:moveTo>
                  <a:lnTo>
                    <a:pt x="1435023" y="1023213"/>
                  </a:lnTo>
                  <a:lnTo>
                    <a:pt x="1364729" y="1129931"/>
                  </a:lnTo>
                  <a:lnTo>
                    <a:pt x="1492275" y="1122133"/>
                  </a:lnTo>
                  <a:close/>
                </a:path>
                <a:path w="4051300" h="1130300">
                  <a:moveTo>
                    <a:pt x="1555546" y="675220"/>
                  </a:moveTo>
                  <a:lnTo>
                    <a:pt x="1532572" y="644829"/>
                  </a:lnTo>
                  <a:lnTo>
                    <a:pt x="1411020" y="736765"/>
                  </a:lnTo>
                  <a:lnTo>
                    <a:pt x="1434007" y="767156"/>
                  </a:lnTo>
                  <a:lnTo>
                    <a:pt x="1555546" y="675220"/>
                  </a:lnTo>
                  <a:close/>
                </a:path>
                <a:path w="4051300" h="1130300">
                  <a:moveTo>
                    <a:pt x="1682165" y="968197"/>
                  </a:moveTo>
                  <a:lnTo>
                    <a:pt x="1663077" y="935228"/>
                  </a:lnTo>
                  <a:lnTo>
                    <a:pt x="1531188" y="1011567"/>
                  </a:lnTo>
                  <a:lnTo>
                    <a:pt x="1550263" y="1044549"/>
                  </a:lnTo>
                  <a:lnTo>
                    <a:pt x="1682165" y="968197"/>
                  </a:lnTo>
                  <a:close/>
                </a:path>
                <a:path w="4051300" h="1130300">
                  <a:moveTo>
                    <a:pt x="1768259" y="514337"/>
                  </a:moveTo>
                  <a:lnTo>
                    <a:pt x="1745272" y="483946"/>
                  </a:lnTo>
                  <a:lnTo>
                    <a:pt x="1623733" y="575881"/>
                  </a:lnTo>
                  <a:lnTo>
                    <a:pt x="1646707" y="606272"/>
                  </a:lnTo>
                  <a:lnTo>
                    <a:pt x="1768259" y="514337"/>
                  </a:lnTo>
                  <a:close/>
                </a:path>
                <a:path w="4051300" h="1130300">
                  <a:moveTo>
                    <a:pt x="1912988" y="834593"/>
                  </a:moveTo>
                  <a:lnTo>
                    <a:pt x="1893900" y="801624"/>
                  </a:lnTo>
                  <a:lnTo>
                    <a:pt x="1761998" y="877963"/>
                  </a:lnTo>
                  <a:lnTo>
                    <a:pt x="1781086" y="910945"/>
                  </a:lnTo>
                  <a:lnTo>
                    <a:pt x="1912988" y="834593"/>
                  </a:lnTo>
                  <a:close/>
                </a:path>
                <a:path w="4051300" h="1130300">
                  <a:moveTo>
                    <a:pt x="1942033" y="1130160"/>
                  </a:moveTo>
                  <a:lnTo>
                    <a:pt x="1891106" y="1027836"/>
                  </a:lnTo>
                  <a:lnTo>
                    <a:pt x="1814245" y="1129931"/>
                  </a:lnTo>
                  <a:lnTo>
                    <a:pt x="1942033" y="1130160"/>
                  </a:lnTo>
                  <a:close/>
                </a:path>
                <a:path w="4051300" h="1130300">
                  <a:moveTo>
                    <a:pt x="1980971" y="353453"/>
                  </a:moveTo>
                  <a:lnTo>
                    <a:pt x="1957984" y="323062"/>
                  </a:lnTo>
                  <a:lnTo>
                    <a:pt x="1836432" y="414997"/>
                  </a:lnTo>
                  <a:lnTo>
                    <a:pt x="1859419" y="445389"/>
                  </a:lnTo>
                  <a:lnTo>
                    <a:pt x="1980971" y="353453"/>
                  </a:lnTo>
                  <a:close/>
                </a:path>
                <a:path w="4051300" h="1130300">
                  <a:moveTo>
                    <a:pt x="2141080" y="988504"/>
                  </a:moveTo>
                  <a:lnTo>
                    <a:pt x="2124113" y="954405"/>
                  </a:lnTo>
                  <a:lnTo>
                    <a:pt x="1987677" y="1022311"/>
                  </a:lnTo>
                  <a:lnTo>
                    <a:pt x="2004656" y="1056424"/>
                  </a:lnTo>
                  <a:lnTo>
                    <a:pt x="2141080" y="988504"/>
                  </a:lnTo>
                  <a:close/>
                </a:path>
                <a:path w="4051300" h="1130300">
                  <a:moveTo>
                    <a:pt x="2143810" y="700989"/>
                  </a:moveTo>
                  <a:lnTo>
                    <a:pt x="2124722" y="668020"/>
                  </a:lnTo>
                  <a:lnTo>
                    <a:pt x="1992820" y="744359"/>
                  </a:lnTo>
                  <a:lnTo>
                    <a:pt x="2011908" y="777341"/>
                  </a:lnTo>
                  <a:lnTo>
                    <a:pt x="2143810" y="700989"/>
                  </a:lnTo>
                  <a:close/>
                </a:path>
                <a:path w="4051300" h="1130300">
                  <a:moveTo>
                    <a:pt x="2193671" y="192570"/>
                  </a:moveTo>
                  <a:lnTo>
                    <a:pt x="2170696" y="162179"/>
                  </a:lnTo>
                  <a:lnTo>
                    <a:pt x="2049145" y="254114"/>
                  </a:lnTo>
                  <a:lnTo>
                    <a:pt x="2072132" y="284505"/>
                  </a:lnTo>
                  <a:lnTo>
                    <a:pt x="2193671" y="192570"/>
                  </a:lnTo>
                  <a:close/>
                </a:path>
                <a:path w="4051300" h="1130300">
                  <a:moveTo>
                    <a:pt x="2374633" y="567385"/>
                  </a:moveTo>
                  <a:lnTo>
                    <a:pt x="2355545" y="534416"/>
                  </a:lnTo>
                  <a:lnTo>
                    <a:pt x="2223643" y="610755"/>
                  </a:lnTo>
                  <a:lnTo>
                    <a:pt x="2242731" y="643737"/>
                  </a:lnTo>
                  <a:lnTo>
                    <a:pt x="2374633" y="567385"/>
                  </a:lnTo>
                  <a:close/>
                </a:path>
                <a:path w="4051300" h="1130300">
                  <a:moveTo>
                    <a:pt x="2379840" y="869657"/>
                  </a:moveTo>
                  <a:lnTo>
                    <a:pt x="2362860" y="835545"/>
                  </a:lnTo>
                  <a:lnTo>
                    <a:pt x="2226424" y="903465"/>
                  </a:lnTo>
                  <a:lnTo>
                    <a:pt x="2243404" y="937577"/>
                  </a:lnTo>
                  <a:lnTo>
                    <a:pt x="2379840" y="869657"/>
                  </a:lnTo>
                  <a:close/>
                </a:path>
                <a:path w="4051300" h="1130300">
                  <a:moveTo>
                    <a:pt x="2406383" y="31673"/>
                  </a:moveTo>
                  <a:lnTo>
                    <a:pt x="2383396" y="1295"/>
                  </a:lnTo>
                  <a:lnTo>
                    <a:pt x="2261857" y="93230"/>
                  </a:lnTo>
                  <a:lnTo>
                    <a:pt x="2284831" y="123609"/>
                  </a:lnTo>
                  <a:lnTo>
                    <a:pt x="2406383" y="31673"/>
                  </a:lnTo>
                  <a:close/>
                </a:path>
                <a:path w="4051300" h="1130300">
                  <a:moveTo>
                    <a:pt x="2605455" y="433781"/>
                  </a:moveTo>
                  <a:lnTo>
                    <a:pt x="2586367" y="400812"/>
                  </a:lnTo>
                  <a:lnTo>
                    <a:pt x="2454465" y="477151"/>
                  </a:lnTo>
                  <a:lnTo>
                    <a:pt x="2473553" y="510133"/>
                  </a:lnTo>
                  <a:lnTo>
                    <a:pt x="2605455" y="433781"/>
                  </a:lnTo>
                  <a:close/>
                </a:path>
                <a:path w="4051300" h="1130300">
                  <a:moveTo>
                    <a:pt x="2618587" y="750811"/>
                  </a:moveTo>
                  <a:lnTo>
                    <a:pt x="2601620" y="716699"/>
                  </a:lnTo>
                  <a:lnTo>
                    <a:pt x="2465184" y="784618"/>
                  </a:lnTo>
                  <a:lnTo>
                    <a:pt x="2482164" y="818718"/>
                  </a:lnTo>
                  <a:lnTo>
                    <a:pt x="2618587" y="750811"/>
                  </a:lnTo>
                  <a:close/>
                </a:path>
                <a:path w="4051300" h="1130300">
                  <a:moveTo>
                    <a:pt x="2836278" y="300177"/>
                  </a:moveTo>
                  <a:lnTo>
                    <a:pt x="2817190" y="267208"/>
                  </a:lnTo>
                  <a:lnTo>
                    <a:pt x="2685288" y="343547"/>
                  </a:lnTo>
                  <a:lnTo>
                    <a:pt x="2704376" y="376529"/>
                  </a:lnTo>
                  <a:lnTo>
                    <a:pt x="2836278" y="300177"/>
                  </a:lnTo>
                  <a:close/>
                </a:path>
                <a:path w="4051300" h="1130300">
                  <a:moveTo>
                    <a:pt x="2857347" y="631952"/>
                  </a:moveTo>
                  <a:lnTo>
                    <a:pt x="2840367" y="597852"/>
                  </a:lnTo>
                  <a:lnTo>
                    <a:pt x="2703931" y="665759"/>
                  </a:lnTo>
                  <a:lnTo>
                    <a:pt x="2720911" y="699871"/>
                  </a:lnTo>
                  <a:lnTo>
                    <a:pt x="2857347" y="631952"/>
                  </a:lnTo>
                  <a:close/>
                </a:path>
                <a:path w="4051300" h="1130300">
                  <a:moveTo>
                    <a:pt x="3067100" y="166573"/>
                  </a:moveTo>
                  <a:lnTo>
                    <a:pt x="3048012" y="133604"/>
                  </a:lnTo>
                  <a:lnTo>
                    <a:pt x="2916110" y="209943"/>
                  </a:lnTo>
                  <a:lnTo>
                    <a:pt x="2935198" y="242925"/>
                  </a:lnTo>
                  <a:lnTo>
                    <a:pt x="3067100" y="166573"/>
                  </a:lnTo>
                  <a:close/>
                </a:path>
                <a:path w="4051300" h="1130300">
                  <a:moveTo>
                    <a:pt x="3096095" y="513105"/>
                  </a:moveTo>
                  <a:lnTo>
                    <a:pt x="3079127" y="478993"/>
                  </a:lnTo>
                  <a:lnTo>
                    <a:pt x="2942691" y="546912"/>
                  </a:lnTo>
                  <a:lnTo>
                    <a:pt x="2959671" y="581025"/>
                  </a:lnTo>
                  <a:lnTo>
                    <a:pt x="3096095" y="513105"/>
                  </a:lnTo>
                  <a:close/>
                </a:path>
                <a:path w="4051300" h="1130300">
                  <a:moveTo>
                    <a:pt x="3297923" y="32969"/>
                  </a:moveTo>
                  <a:lnTo>
                    <a:pt x="3278835" y="0"/>
                  </a:lnTo>
                  <a:lnTo>
                    <a:pt x="3146933" y="76339"/>
                  </a:lnTo>
                  <a:lnTo>
                    <a:pt x="3166021" y="109321"/>
                  </a:lnTo>
                  <a:lnTo>
                    <a:pt x="3297923" y="32969"/>
                  </a:lnTo>
                  <a:close/>
                </a:path>
                <a:path w="4051300" h="1130300">
                  <a:moveTo>
                    <a:pt x="3334855" y="394258"/>
                  </a:moveTo>
                  <a:lnTo>
                    <a:pt x="3317875" y="360146"/>
                  </a:lnTo>
                  <a:lnTo>
                    <a:pt x="3181439" y="428066"/>
                  </a:lnTo>
                  <a:lnTo>
                    <a:pt x="3198418" y="462165"/>
                  </a:lnTo>
                  <a:lnTo>
                    <a:pt x="3334855" y="394258"/>
                  </a:lnTo>
                  <a:close/>
                </a:path>
                <a:path w="4051300" h="1130300">
                  <a:moveTo>
                    <a:pt x="3573602" y="275399"/>
                  </a:moveTo>
                  <a:lnTo>
                    <a:pt x="3556635" y="241300"/>
                  </a:lnTo>
                  <a:lnTo>
                    <a:pt x="3420199" y="309206"/>
                  </a:lnTo>
                  <a:lnTo>
                    <a:pt x="3437178" y="343319"/>
                  </a:lnTo>
                  <a:lnTo>
                    <a:pt x="3573602" y="275399"/>
                  </a:lnTo>
                  <a:close/>
                </a:path>
                <a:path w="4051300" h="1130300">
                  <a:moveTo>
                    <a:pt x="3812362" y="156552"/>
                  </a:moveTo>
                  <a:lnTo>
                    <a:pt x="3795382" y="122440"/>
                  </a:lnTo>
                  <a:lnTo>
                    <a:pt x="3658946" y="190360"/>
                  </a:lnTo>
                  <a:lnTo>
                    <a:pt x="3675926" y="224472"/>
                  </a:lnTo>
                  <a:lnTo>
                    <a:pt x="3812362" y="156552"/>
                  </a:lnTo>
                  <a:close/>
                </a:path>
                <a:path w="4051300" h="1130300">
                  <a:moveTo>
                    <a:pt x="4051109" y="37706"/>
                  </a:moveTo>
                  <a:lnTo>
                    <a:pt x="4034142" y="3594"/>
                  </a:lnTo>
                  <a:lnTo>
                    <a:pt x="3897706" y="71513"/>
                  </a:lnTo>
                  <a:lnTo>
                    <a:pt x="3914686" y="105613"/>
                  </a:lnTo>
                  <a:lnTo>
                    <a:pt x="4051109" y="37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8"/>
            <p:cNvSpPr/>
            <p:nvPr/>
          </p:nvSpPr>
          <p:spPr>
            <a:xfrm>
              <a:off x="2005440" y="1445482"/>
              <a:ext cx="0" cy="837565"/>
            </a:xfrm>
            <a:custGeom>
              <a:avLst/>
              <a:gdLst/>
              <a:ahLst/>
              <a:cxnLst/>
              <a:rect l="l" t="t" r="r" b="b"/>
              <a:pathLst>
                <a:path h="837564">
                  <a:moveTo>
                    <a:pt x="0" y="0"/>
                  </a:moveTo>
                  <a:lnTo>
                    <a:pt x="1" y="83700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9"/>
            <p:cNvSpPr/>
            <p:nvPr/>
          </p:nvSpPr>
          <p:spPr>
            <a:xfrm>
              <a:off x="2852285" y="1445482"/>
              <a:ext cx="0" cy="837565"/>
            </a:xfrm>
            <a:custGeom>
              <a:avLst/>
              <a:gdLst/>
              <a:ahLst/>
              <a:cxnLst/>
              <a:rect l="l" t="t" r="r" b="b"/>
              <a:pathLst>
                <a:path h="837564">
                  <a:moveTo>
                    <a:pt x="0" y="0"/>
                  </a:moveTo>
                  <a:lnTo>
                    <a:pt x="1" y="83700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995849" y="1445482"/>
              <a:ext cx="0" cy="872490"/>
            </a:xfrm>
            <a:custGeom>
              <a:avLst/>
              <a:gdLst/>
              <a:ahLst/>
              <a:cxnLst/>
              <a:rect l="l" t="t" r="r" b="b"/>
              <a:pathLst>
                <a:path h="872489">
                  <a:moveTo>
                    <a:pt x="0" y="0"/>
                  </a:moveTo>
                  <a:lnTo>
                    <a:pt x="1" y="87229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1"/>
            <p:cNvSpPr/>
            <p:nvPr/>
          </p:nvSpPr>
          <p:spPr>
            <a:xfrm>
              <a:off x="4630323" y="1445482"/>
              <a:ext cx="635" cy="837565"/>
            </a:xfrm>
            <a:custGeom>
              <a:avLst/>
              <a:gdLst/>
              <a:ahLst/>
              <a:cxnLst/>
              <a:rect l="l" t="t" r="r" b="b"/>
              <a:pathLst>
                <a:path w="635" h="837564">
                  <a:moveTo>
                    <a:pt x="136" y="0"/>
                  </a:moveTo>
                  <a:lnTo>
                    <a:pt x="0" y="83700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2"/>
          <p:cNvGraphicFramePr>
            <a:graphicFrameLocks noGrp="1"/>
          </p:cNvGraphicFramePr>
          <p:nvPr/>
        </p:nvGraphicFramePr>
        <p:xfrm>
          <a:off x="527789" y="3199060"/>
          <a:ext cx="235585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</a:tblGrid>
              <a:tr h="44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91" name="文本框 90"/>
          <p:cNvSpPr txBox="1"/>
          <p:nvPr/>
        </p:nvSpPr>
        <p:spPr>
          <a:xfrm>
            <a:off x="207010" y="4653915"/>
            <a:ext cx="5158740" cy="1186815"/>
          </a:xfrm>
          <a:prstGeom prst="rect">
            <a:avLst/>
          </a:prstGeom>
          <a:ln w="76200">
            <a:solidFill>
              <a:srgbClr val="EC9DAC"/>
            </a:solidFill>
          </a:ln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latin typeface="金山云技术体" charset="-122"/>
                <a:ea typeface="金山云技术体" charset="-122"/>
                <a:cs typeface="金山云技术体" charset="-122"/>
              </a:rPr>
              <a:t>“</a:t>
            </a:r>
            <a:r>
              <a:rPr lang="zh-CN" altLang="en-US" sz="3200">
                <a:latin typeface="金山云技术体" charset="-122"/>
                <a:ea typeface="金山云技术体" charset="-122"/>
                <a:cs typeface="金山云技术体" charset="-122"/>
              </a:rPr>
              <a:t>将货物打包成统一尺寸的盒子，按需精准取用</a:t>
            </a:r>
            <a:r>
              <a:rPr lang="en-US" altLang="zh-CN" sz="3200">
                <a:latin typeface="金山云技术体" charset="-122"/>
                <a:ea typeface="金山云技术体" charset="-122"/>
                <a:cs typeface="金山云技术体" charset="-122"/>
              </a:rPr>
              <a:t>”</a:t>
            </a:r>
            <a:endParaRPr lang="en-US" altLang="zh-CN" sz="3200"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选择页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090" y="1394460"/>
            <a:ext cx="5708650" cy="487553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10375" y="1297940"/>
            <a:ext cx="4714875" cy="513016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3"/>
          <p:cNvSpPr txBox="1"/>
          <p:nvPr/>
        </p:nvSpPr>
        <p:spPr>
          <a:xfrm>
            <a:off x="749548" y="1606422"/>
            <a:ext cx="2138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Cached</a:t>
            </a:r>
            <a:r>
              <a:rPr sz="3600" b="1" u="heavy" spc="-7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I/O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2180590"/>
            <a:ext cx="3900170" cy="124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80"/>
              </a:lnSpc>
              <a:spcBef>
                <a:spcPts val="100"/>
              </a:spcBef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对部分解压的块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180"/>
              </a:lnSpc>
              <a:spcBef>
                <a:spcPts val="100"/>
              </a:spcBef>
            </a:pPr>
            <a:r>
              <a:rPr lang="zh-CN" altLang="en-US" sz="2800" spc="-25" dirty="0">
                <a:latin typeface="Calibri" panose="020F0502020204030204"/>
                <a:cs typeface="Calibri" panose="020F0502020204030204"/>
              </a:rPr>
              <a:t>分配专用页缓存做</a:t>
            </a:r>
            <a:r>
              <a:rPr lang="en-US" altLang="zh-CN" sz="2800" spc="-25" dirty="0">
                <a:latin typeface="Calibri" panose="020F0502020204030204"/>
                <a:cs typeface="Calibri" panose="020F0502020204030204"/>
              </a:rPr>
              <a:t> I/O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ts val="3180"/>
              </a:lnSpc>
              <a:buFont typeface="Wingdings" panose="05000000000000000000"/>
              <a:buChar char=""/>
              <a:tabLst>
                <a:tab pos="469265" algn="l"/>
              </a:tabLst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Calibri" panose="020F0502020204030204"/>
              </a:rPr>
              <a:t>后续解压可复用该页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Calibri" panose="020F0502020204030204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749300" y="4037965"/>
            <a:ext cx="3949700" cy="173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170"/>
              </a:lnSpc>
              <a:spcBef>
                <a:spcPts val="100"/>
              </a:spcBef>
            </a:pPr>
            <a:r>
              <a:rPr sz="3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In-</a:t>
            </a: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place</a:t>
            </a:r>
            <a:r>
              <a:rPr sz="3600" b="1" u="heavy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3600" b="1" u="heavy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I/O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30"/>
              </a:lnSpc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对需要完全解压的块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30"/>
              </a:lnSpc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尽量复用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分配的页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ts val="3230"/>
              </a:lnSpc>
              <a:buFont typeface="Wingdings" panose="05000000000000000000"/>
              <a:buChar char=""/>
              <a:tabLst>
                <a:tab pos="469265" algn="l"/>
              </a:tabLst>
            </a:pP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Calibri" panose="020F0502020204030204"/>
              </a:rPr>
              <a:t>减少内存分配与占用</a:t>
            </a:r>
            <a:endParaRPr lang="zh-CN" altLang="en-US" sz="2800">
              <a:latin typeface="黑体" panose="02010609060101010101" charset="-122"/>
              <a:ea typeface="黑体" panose="02010609060101010101" charset="-122"/>
              <a:cs typeface="Calibri" panose="020F0502020204030204"/>
            </a:endParaRPr>
          </a:p>
        </p:txBody>
      </p:sp>
      <p:grpSp>
        <p:nvGrpSpPr>
          <p:cNvPr id="8" name="object 6"/>
          <p:cNvGrpSpPr/>
          <p:nvPr>
            <p:custDataLst>
              <p:tags r:id="rId2"/>
            </p:custDataLst>
          </p:nvPr>
        </p:nvGrpSpPr>
        <p:grpSpPr>
          <a:xfrm>
            <a:off x="8386590" y="2095089"/>
            <a:ext cx="1434674" cy="1671842"/>
            <a:chOff x="9680081" y="2179575"/>
            <a:chExt cx="1405890" cy="1638300"/>
          </a:xfrm>
        </p:grpSpPr>
        <p:sp>
          <p:nvSpPr>
            <p:cNvPr id="9" name="object 7"/>
            <p:cNvSpPr/>
            <p:nvPr>
              <p:custDataLst>
                <p:tags r:id="rId3"/>
              </p:custDataLst>
            </p:nvPr>
          </p:nvSpPr>
          <p:spPr>
            <a:xfrm>
              <a:off x="9699131" y="2198625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1367679" y="0"/>
                  </a:moveTo>
                  <a:lnTo>
                    <a:pt x="0" y="0"/>
                  </a:lnTo>
                  <a:lnTo>
                    <a:pt x="0" y="1600001"/>
                  </a:lnTo>
                  <a:lnTo>
                    <a:pt x="1367679" y="1600001"/>
                  </a:lnTo>
                  <a:lnTo>
                    <a:pt x="1367679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8"/>
            <p:cNvSpPr/>
            <p:nvPr>
              <p:custDataLst>
                <p:tags r:id="rId4"/>
              </p:custDataLst>
            </p:nvPr>
          </p:nvSpPr>
          <p:spPr>
            <a:xfrm>
              <a:off x="9699131" y="2198625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0" y="0"/>
                  </a:moveTo>
                  <a:lnTo>
                    <a:pt x="1367680" y="0"/>
                  </a:lnTo>
                  <a:lnTo>
                    <a:pt x="1367680" y="1600002"/>
                  </a:lnTo>
                  <a:lnTo>
                    <a:pt x="0" y="160000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9"/>
          <p:cNvSpPr txBox="1"/>
          <p:nvPr>
            <p:custDataLst>
              <p:tags r:id="rId5"/>
            </p:custDataLst>
          </p:nvPr>
        </p:nvSpPr>
        <p:spPr>
          <a:xfrm>
            <a:off x="8464350" y="2189177"/>
            <a:ext cx="1356914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0"/>
          <p:cNvGrpSpPr/>
          <p:nvPr>
            <p:custDataLst>
              <p:tags r:id="rId6"/>
            </p:custDataLst>
          </p:nvPr>
        </p:nvGrpSpPr>
        <p:grpSpPr>
          <a:xfrm>
            <a:off x="8697377" y="2573007"/>
            <a:ext cx="990793" cy="1121041"/>
            <a:chOff x="9872238" y="2596470"/>
            <a:chExt cx="970915" cy="1098550"/>
          </a:xfrm>
        </p:grpSpPr>
        <p:sp>
          <p:nvSpPr>
            <p:cNvPr id="13" name="object 11"/>
            <p:cNvSpPr/>
            <p:nvPr>
              <p:custDataLst>
                <p:tags r:id="rId7"/>
              </p:custDataLst>
            </p:nvPr>
          </p:nvSpPr>
          <p:spPr>
            <a:xfrm>
              <a:off x="9891288" y="2615520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2"/>
            <p:cNvSpPr/>
            <p:nvPr>
              <p:custDataLst>
                <p:tags r:id="rId8"/>
              </p:custDataLst>
            </p:nvPr>
          </p:nvSpPr>
          <p:spPr>
            <a:xfrm>
              <a:off x="9891288" y="2615520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>
              <p:custDataLst>
                <p:tags r:id="rId9"/>
              </p:custDataLst>
            </p:nvPr>
          </p:nvSpPr>
          <p:spPr>
            <a:xfrm>
              <a:off x="10043688" y="2767920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4"/>
            <p:cNvSpPr/>
            <p:nvPr>
              <p:custDataLst>
                <p:tags r:id="rId10"/>
              </p:custDataLst>
            </p:nvPr>
          </p:nvSpPr>
          <p:spPr>
            <a:xfrm>
              <a:off x="10043688" y="2767920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5"/>
            <p:cNvSpPr/>
            <p:nvPr>
              <p:custDataLst>
                <p:tags r:id="rId11"/>
              </p:custDataLst>
            </p:nvPr>
          </p:nvSpPr>
          <p:spPr>
            <a:xfrm>
              <a:off x="10196088" y="29203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>
              <p:custDataLst>
                <p:tags r:id="rId12"/>
              </p:custDataLst>
            </p:nvPr>
          </p:nvSpPr>
          <p:spPr>
            <a:xfrm>
              <a:off x="10196088" y="29203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7"/>
            <p:cNvSpPr/>
            <p:nvPr>
              <p:custDataLst>
                <p:tags r:id="rId13"/>
              </p:custDataLst>
            </p:nvPr>
          </p:nvSpPr>
          <p:spPr>
            <a:xfrm>
              <a:off x="10348488" y="30727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8"/>
            <p:cNvSpPr/>
            <p:nvPr>
              <p:custDataLst>
                <p:tags r:id="rId14"/>
              </p:custDataLst>
            </p:nvPr>
          </p:nvSpPr>
          <p:spPr>
            <a:xfrm>
              <a:off x="10348488" y="30727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9"/>
            <p:cNvSpPr/>
            <p:nvPr>
              <p:custDataLst>
                <p:tags r:id="rId15"/>
              </p:custDataLst>
            </p:nvPr>
          </p:nvSpPr>
          <p:spPr>
            <a:xfrm>
              <a:off x="10500888" y="32251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>
              <p:custDataLst>
                <p:tags r:id="rId16"/>
              </p:custDataLst>
            </p:nvPr>
          </p:nvSpPr>
          <p:spPr>
            <a:xfrm>
              <a:off x="10500888" y="3225119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1"/>
          <p:cNvSpPr txBox="1"/>
          <p:nvPr/>
        </p:nvSpPr>
        <p:spPr>
          <a:xfrm>
            <a:off x="7848336" y="1298448"/>
            <a:ext cx="289496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78765" marR="5080" indent="-266700">
              <a:lnSpc>
                <a:spcPct val="101000"/>
              </a:lnSpc>
              <a:spcBef>
                <a:spcPts val="75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Page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cache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partially compressed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blocks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2"/>
          <p:cNvGrpSpPr/>
          <p:nvPr>
            <p:custDataLst>
              <p:tags r:id="rId17"/>
            </p:custDataLst>
          </p:nvPr>
        </p:nvGrpSpPr>
        <p:grpSpPr>
          <a:xfrm>
            <a:off x="8386393" y="4634311"/>
            <a:ext cx="1434674" cy="1671842"/>
            <a:chOff x="9645598" y="4763103"/>
            <a:chExt cx="1405890" cy="1638300"/>
          </a:xfrm>
        </p:grpSpPr>
        <p:sp>
          <p:nvSpPr>
            <p:cNvPr id="25" name="object 23"/>
            <p:cNvSpPr/>
            <p:nvPr>
              <p:custDataLst>
                <p:tags r:id="rId18"/>
              </p:custDataLst>
            </p:nvPr>
          </p:nvSpPr>
          <p:spPr>
            <a:xfrm>
              <a:off x="9664648" y="4782153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1367679" y="0"/>
                  </a:moveTo>
                  <a:lnTo>
                    <a:pt x="0" y="0"/>
                  </a:lnTo>
                  <a:lnTo>
                    <a:pt x="0" y="1600001"/>
                  </a:lnTo>
                  <a:lnTo>
                    <a:pt x="1367679" y="1600001"/>
                  </a:lnTo>
                  <a:lnTo>
                    <a:pt x="1367679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>
              <p:custDataLst>
                <p:tags r:id="rId19"/>
              </p:custDataLst>
            </p:nvPr>
          </p:nvSpPr>
          <p:spPr>
            <a:xfrm>
              <a:off x="9664648" y="4782153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0" y="0"/>
                  </a:moveTo>
                  <a:lnTo>
                    <a:pt x="1367680" y="0"/>
                  </a:lnTo>
                  <a:lnTo>
                    <a:pt x="1367680" y="1600002"/>
                  </a:lnTo>
                  <a:lnTo>
                    <a:pt x="0" y="160000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5"/>
          <p:cNvSpPr txBox="1"/>
          <p:nvPr>
            <p:custDataLst>
              <p:tags r:id="rId20"/>
            </p:custDataLst>
          </p:nvPr>
        </p:nvSpPr>
        <p:spPr>
          <a:xfrm>
            <a:off x="8464579" y="4724108"/>
            <a:ext cx="1356914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8" name="object 26"/>
          <p:cNvGrpSpPr/>
          <p:nvPr>
            <p:custDataLst>
              <p:tags r:id="rId21"/>
            </p:custDataLst>
          </p:nvPr>
        </p:nvGrpSpPr>
        <p:grpSpPr>
          <a:xfrm>
            <a:off x="8697354" y="5076296"/>
            <a:ext cx="990793" cy="1121041"/>
            <a:chOff x="9837753" y="5179997"/>
            <a:chExt cx="970915" cy="1098550"/>
          </a:xfrm>
        </p:grpSpPr>
        <p:sp>
          <p:nvSpPr>
            <p:cNvPr id="29" name="object 27"/>
            <p:cNvSpPr/>
            <p:nvPr>
              <p:custDataLst>
                <p:tags r:id="rId22"/>
              </p:custDataLst>
            </p:nvPr>
          </p:nvSpPr>
          <p:spPr>
            <a:xfrm>
              <a:off x="9856803" y="51990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>
              <p:custDataLst>
                <p:tags r:id="rId23"/>
              </p:custDataLst>
            </p:nvPr>
          </p:nvSpPr>
          <p:spPr>
            <a:xfrm>
              <a:off x="9856803" y="51990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>
              <p:custDataLst>
                <p:tags r:id="rId24"/>
              </p:custDataLst>
            </p:nvPr>
          </p:nvSpPr>
          <p:spPr>
            <a:xfrm>
              <a:off x="10009203" y="53514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>
              <p:custDataLst>
                <p:tags r:id="rId25"/>
              </p:custDataLst>
            </p:nvPr>
          </p:nvSpPr>
          <p:spPr>
            <a:xfrm>
              <a:off x="10009203" y="53514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>
              <p:custDataLst>
                <p:tags r:id="rId26"/>
              </p:custDataLst>
            </p:nvPr>
          </p:nvSpPr>
          <p:spPr>
            <a:xfrm>
              <a:off x="10161603" y="55038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>
              <p:custDataLst>
                <p:tags r:id="rId27"/>
              </p:custDataLst>
            </p:nvPr>
          </p:nvSpPr>
          <p:spPr>
            <a:xfrm>
              <a:off x="10161603" y="55038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>
              <p:custDataLst>
                <p:tags r:id="rId28"/>
              </p:custDataLst>
            </p:nvPr>
          </p:nvSpPr>
          <p:spPr>
            <a:xfrm>
              <a:off x="10314003" y="56562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>
              <p:custDataLst>
                <p:tags r:id="rId29"/>
              </p:custDataLst>
            </p:nvPr>
          </p:nvSpPr>
          <p:spPr>
            <a:xfrm>
              <a:off x="10314003" y="56562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5"/>
            <p:cNvSpPr/>
            <p:nvPr>
              <p:custDataLst>
                <p:tags r:id="rId30"/>
              </p:custDataLst>
            </p:nvPr>
          </p:nvSpPr>
          <p:spPr>
            <a:xfrm>
              <a:off x="10466403" y="58086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7"/>
                  </a:lnTo>
                  <a:lnTo>
                    <a:pt x="322600" y="450597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6"/>
            <p:cNvSpPr/>
            <p:nvPr>
              <p:custDataLst>
                <p:tags r:id="rId31"/>
              </p:custDataLst>
            </p:nvPr>
          </p:nvSpPr>
          <p:spPr>
            <a:xfrm>
              <a:off x="10466403" y="5808647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7"/>
          <p:cNvSpPr txBox="1"/>
          <p:nvPr/>
        </p:nvSpPr>
        <p:spPr>
          <a:xfrm>
            <a:off x="7394660" y="4105529"/>
            <a:ext cx="3495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Page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cache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requested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file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0858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215"/>
              </a:lnSpc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Vmap</a:t>
            </a:r>
            <a:r>
              <a:rPr sz="3600" b="1" spc="-14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3600" b="1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解压</a:t>
            </a:r>
            <a:endParaRPr lang="zh-CN" altLang="en-US" sz="3600" b="1" spc="-10" dirty="0">
              <a:solidFill>
                <a:schemeClr val="bg1"/>
              </a:solidFill>
              <a:uFill>
                <a:solidFill>
                  <a:srgbClr val="000000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1125855"/>
            <a:ext cx="11332845" cy="209042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14300" y="1125855"/>
            <a:ext cx="12077700" cy="11849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69620" indent="-475615">
              <a:lnSpc>
                <a:spcPts val="3075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统计待解压块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分配临时物理页或复用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页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8" name="object 3"/>
          <p:cNvGrpSpPr/>
          <p:nvPr/>
        </p:nvGrpSpPr>
        <p:grpSpPr>
          <a:xfrm>
            <a:off x="905413" y="5770111"/>
            <a:ext cx="488315" cy="488315"/>
            <a:chOff x="2130963" y="5549766"/>
            <a:chExt cx="488315" cy="488315"/>
          </a:xfrm>
        </p:grpSpPr>
        <p:sp>
          <p:nvSpPr>
            <p:cNvPr id="99" name="object 4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5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1" name="object 6"/>
          <p:cNvGraphicFramePr>
            <a:graphicFrameLocks noGrp="1"/>
          </p:cNvGraphicFramePr>
          <p:nvPr/>
        </p:nvGraphicFramePr>
        <p:xfrm>
          <a:off x="905413" y="4455770"/>
          <a:ext cx="370586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  <a:gridCol w="450850"/>
                <a:gridCol w="450850"/>
                <a:gridCol w="450850"/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</a:tr>
            </a:tbl>
          </a:graphicData>
        </a:graphic>
      </p:graphicFrame>
      <p:sp>
        <p:nvSpPr>
          <p:cNvPr id="102" name="object 7"/>
          <p:cNvSpPr/>
          <p:nvPr/>
        </p:nvSpPr>
        <p:spPr>
          <a:xfrm>
            <a:off x="867308" y="4906454"/>
            <a:ext cx="3653790" cy="908050"/>
          </a:xfrm>
          <a:custGeom>
            <a:avLst/>
            <a:gdLst/>
            <a:ahLst/>
            <a:cxnLst/>
            <a:rect l="l" t="t" r="r" b="b"/>
            <a:pathLst>
              <a:path w="3653790" h="908050">
                <a:moveTo>
                  <a:pt x="76200" y="551776"/>
                </a:moveTo>
                <a:lnTo>
                  <a:pt x="38100" y="551776"/>
                </a:lnTo>
                <a:lnTo>
                  <a:pt x="38100" y="704176"/>
                </a:lnTo>
                <a:lnTo>
                  <a:pt x="76200" y="704176"/>
                </a:lnTo>
                <a:lnTo>
                  <a:pt x="76200" y="551776"/>
                </a:lnTo>
                <a:close/>
              </a:path>
              <a:path w="3653790" h="908050">
                <a:moveTo>
                  <a:pt x="76200" y="285076"/>
                </a:moveTo>
                <a:lnTo>
                  <a:pt x="38100" y="285076"/>
                </a:lnTo>
                <a:lnTo>
                  <a:pt x="38100" y="437476"/>
                </a:lnTo>
                <a:lnTo>
                  <a:pt x="76200" y="437476"/>
                </a:lnTo>
                <a:lnTo>
                  <a:pt x="76200" y="285076"/>
                </a:lnTo>
                <a:close/>
              </a:path>
              <a:path w="3653790" h="908050">
                <a:moveTo>
                  <a:pt x="76200" y="18376"/>
                </a:moveTo>
                <a:lnTo>
                  <a:pt x="38100" y="18376"/>
                </a:lnTo>
                <a:lnTo>
                  <a:pt x="38100" y="170776"/>
                </a:lnTo>
                <a:lnTo>
                  <a:pt x="76200" y="170776"/>
                </a:lnTo>
                <a:lnTo>
                  <a:pt x="76200" y="18376"/>
                </a:lnTo>
                <a:close/>
              </a:path>
              <a:path w="3653790" h="908050">
                <a:moveTo>
                  <a:pt x="114300" y="768413"/>
                </a:moveTo>
                <a:lnTo>
                  <a:pt x="0" y="768413"/>
                </a:lnTo>
                <a:lnTo>
                  <a:pt x="57150" y="882713"/>
                </a:lnTo>
                <a:lnTo>
                  <a:pt x="114300" y="768413"/>
                </a:lnTo>
                <a:close/>
              </a:path>
              <a:path w="3653790" h="908050">
                <a:moveTo>
                  <a:pt x="632510" y="907491"/>
                </a:moveTo>
                <a:lnTo>
                  <a:pt x="602195" y="797280"/>
                </a:lnTo>
                <a:lnTo>
                  <a:pt x="507149" y="882713"/>
                </a:lnTo>
                <a:lnTo>
                  <a:pt x="632510" y="907491"/>
                </a:lnTo>
                <a:close/>
              </a:path>
              <a:path w="3653790" h="908050">
                <a:moveTo>
                  <a:pt x="824611" y="815111"/>
                </a:moveTo>
                <a:lnTo>
                  <a:pt x="814501" y="778370"/>
                </a:lnTo>
                <a:lnTo>
                  <a:pt x="667562" y="818807"/>
                </a:lnTo>
                <a:lnTo>
                  <a:pt x="677672" y="855548"/>
                </a:lnTo>
                <a:lnTo>
                  <a:pt x="824611" y="815111"/>
                </a:lnTo>
                <a:close/>
              </a:path>
              <a:path w="3653790" h="908050">
                <a:moveTo>
                  <a:pt x="1081760" y="744347"/>
                </a:moveTo>
                <a:lnTo>
                  <a:pt x="1071651" y="707618"/>
                </a:lnTo>
                <a:lnTo>
                  <a:pt x="924712" y="748055"/>
                </a:lnTo>
                <a:lnTo>
                  <a:pt x="934821" y="784783"/>
                </a:lnTo>
                <a:lnTo>
                  <a:pt x="1081760" y="744347"/>
                </a:lnTo>
                <a:close/>
              </a:path>
              <a:path w="3653790" h="908050">
                <a:moveTo>
                  <a:pt x="1338897" y="673582"/>
                </a:moveTo>
                <a:lnTo>
                  <a:pt x="1328788" y="636854"/>
                </a:lnTo>
                <a:lnTo>
                  <a:pt x="1181849" y="677291"/>
                </a:lnTo>
                <a:lnTo>
                  <a:pt x="1191958" y="714019"/>
                </a:lnTo>
                <a:lnTo>
                  <a:pt x="1338897" y="673582"/>
                </a:lnTo>
                <a:close/>
              </a:path>
              <a:path w="3653790" h="908050">
                <a:moveTo>
                  <a:pt x="1596034" y="602830"/>
                </a:moveTo>
                <a:lnTo>
                  <a:pt x="1585925" y="566089"/>
                </a:lnTo>
                <a:lnTo>
                  <a:pt x="1438986" y="606526"/>
                </a:lnTo>
                <a:lnTo>
                  <a:pt x="1449095" y="643267"/>
                </a:lnTo>
                <a:lnTo>
                  <a:pt x="1596034" y="602830"/>
                </a:lnTo>
                <a:close/>
              </a:path>
              <a:path w="3653790" h="908050">
                <a:moveTo>
                  <a:pt x="1853184" y="532066"/>
                </a:moveTo>
                <a:lnTo>
                  <a:pt x="1843074" y="495325"/>
                </a:lnTo>
                <a:lnTo>
                  <a:pt x="1696135" y="535762"/>
                </a:lnTo>
                <a:lnTo>
                  <a:pt x="1706245" y="572503"/>
                </a:lnTo>
                <a:lnTo>
                  <a:pt x="1853184" y="532066"/>
                </a:lnTo>
                <a:close/>
              </a:path>
              <a:path w="3653790" h="908050">
                <a:moveTo>
                  <a:pt x="2110321" y="461302"/>
                </a:moveTo>
                <a:lnTo>
                  <a:pt x="2100211" y="424573"/>
                </a:lnTo>
                <a:lnTo>
                  <a:pt x="1953272" y="465010"/>
                </a:lnTo>
                <a:lnTo>
                  <a:pt x="1963381" y="501738"/>
                </a:lnTo>
                <a:lnTo>
                  <a:pt x="2110321" y="461302"/>
                </a:lnTo>
                <a:close/>
              </a:path>
              <a:path w="3653790" h="908050">
                <a:moveTo>
                  <a:pt x="2367457" y="390550"/>
                </a:moveTo>
                <a:lnTo>
                  <a:pt x="2357348" y="353809"/>
                </a:lnTo>
                <a:lnTo>
                  <a:pt x="2210422" y="394246"/>
                </a:lnTo>
                <a:lnTo>
                  <a:pt x="2220518" y="430974"/>
                </a:lnTo>
                <a:lnTo>
                  <a:pt x="2367457" y="390550"/>
                </a:lnTo>
                <a:close/>
              </a:path>
              <a:path w="3653790" h="908050">
                <a:moveTo>
                  <a:pt x="2624607" y="319786"/>
                </a:moveTo>
                <a:lnTo>
                  <a:pt x="2614498" y="283044"/>
                </a:lnTo>
                <a:lnTo>
                  <a:pt x="2467559" y="323481"/>
                </a:lnTo>
                <a:lnTo>
                  <a:pt x="2477668" y="360222"/>
                </a:lnTo>
                <a:lnTo>
                  <a:pt x="2624607" y="319786"/>
                </a:lnTo>
                <a:close/>
              </a:path>
              <a:path w="3653790" h="908050">
                <a:moveTo>
                  <a:pt x="2881744" y="249021"/>
                </a:moveTo>
                <a:lnTo>
                  <a:pt x="2871635" y="212293"/>
                </a:lnTo>
                <a:lnTo>
                  <a:pt x="2724696" y="252717"/>
                </a:lnTo>
                <a:lnTo>
                  <a:pt x="2734805" y="289458"/>
                </a:lnTo>
                <a:lnTo>
                  <a:pt x="2881744" y="249021"/>
                </a:lnTo>
                <a:close/>
              </a:path>
              <a:path w="3653790" h="908050">
                <a:moveTo>
                  <a:pt x="3138881" y="178257"/>
                </a:moveTo>
                <a:lnTo>
                  <a:pt x="3128784" y="141528"/>
                </a:lnTo>
                <a:lnTo>
                  <a:pt x="2981845" y="181965"/>
                </a:lnTo>
                <a:lnTo>
                  <a:pt x="2991955" y="218694"/>
                </a:lnTo>
                <a:lnTo>
                  <a:pt x="3138881" y="178257"/>
                </a:lnTo>
                <a:close/>
              </a:path>
              <a:path w="3653790" h="908050">
                <a:moveTo>
                  <a:pt x="3396030" y="107505"/>
                </a:moveTo>
                <a:lnTo>
                  <a:pt x="3385921" y="70764"/>
                </a:lnTo>
                <a:lnTo>
                  <a:pt x="3238982" y="111201"/>
                </a:lnTo>
                <a:lnTo>
                  <a:pt x="3249091" y="147929"/>
                </a:lnTo>
                <a:lnTo>
                  <a:pt x="3396030" y="107505"/>
                </a:lnTo>
                <a:close/>
              </a:path>
              <a:path w="3653790" h="908050">
                <a:moveTo>
                  <a:pt x="3653167" y="36741"/>
                </a:moveTo>
                <a:lnTo>
                  <a:pt x="3643058" y="0"/>
                </a:lnTo>
                <a:lnTo>
                  <a:pt x="3496119" y="40436"/>
                </a:lnTo>
                <a:lnTo>
                  <a:pt x="3506228" y="77177"/>
                </a:lnTo>
                <a:lnTo>
                  <a:pt x="3653167" y="3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3" name="object 8"/>
          <p:cNvGrpSpPr/>
          <p:nvPr/>
        </p:nvGrpSpPr>
        <p:grpSpPr>
          <a:xfrm>
            <a:off x="2390604" y="3872834"/>
            <a:ext cx="284480" cy="447675"/>
            <a:chOff x="3616154" y="3652489"/>
            <a:chExt cx="284480" cy="447675"/>
          </a:xfrm>
        </p:grpSpPr>
        <p:sp>
          <p:nvSpPr>
            <p:cNvPr id="104" name="object 9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3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1"/>
          <p:cNvGrpSpPr/>
          <p:nvPr/>
        </p:nvGrpSpPr>
        <p:grpSpPr>
          <a:xfrm>
            <a:off x="2798700" y="3872834"/>
            <a:ext cx="284480" cy="447675"/>
            <a:chOff x="4024250" y="3652489"/>
            <a:chExt cx="284480" cy="447675"/>
          </a:xfrm>
        </p:grpSpPr>
        <p:sp>
          <p:nvSpPr>
            <p:cNvPr id="107" name="object 12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4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3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4"/>
          <p:cNvSpPr/>
          <p:nvPr/>
        </p:nvSpPr>
        <p:spPr>
          <a:xfrm>
            <a:off x="9753399" y="3482378"/>
            <a:ext cx="1367790" cy="1600200"/>
          </a:xfrm>
          <a:custGeom>
            <a:avLst/>
            <a:gdLst/>
            <a:ahLst/>
            <a:cxnLst/>
            <a:rect l="l" t="t" r="r" b="b"/>
            <a:pathLst>
              <a:path w="1367790" h="1600200">
                <a:moveTo>
                  <a:pt x="1367680" y="0"/>
                </a:moveTo>
                <a:lnTo>
                  <a:pt x="0" y="0"/>
                </a:lnTo>
                <a:lnTo>
                  <a:pt x="0" y="1600001"/>
                </a:lnTo>
                <a:lnTo>
                  <a:pt x="1367680" y="1600001"/>
                </a:lnTo>
                <a:lnTo>
                  <a:pt x="1367680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5"/>
          <p:cNvSpPr txBox="1"/>
          <p:nvPr/>
        </p:nvSpPr>
        <p:spPr>
          <a:xfrm>
            <a:off x="9753399" y="3482378"/>
            <a:ext cx="1367790" cy="160020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27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1" name="object 16"/>
          <p:cNvGrpSpPr/>
          <p:nvPr/>
        </p:nvGrpSpPr>
        <p:grpSpPr>
          <a:xfrm>
            <a:off x="9926506" y="3880223"/>
            <a:ext cx="970915" cy="1098550"/>
            <a:chOff x="10842176" y="3557643"/>
            <a:chExt cx="970915" cy="1098550"/>
          </a:xfrm>
        </p:grpSpPr>
        <p:sp>
          <p:nvSpPr>
            <p:cNvPr id="112" name="object 17"/>
            <p:cNvSpPr/>
            <p:nvPr/>
          </p:nvSpPr>
          <p:spPr>
            <a:xfrm>
              <a:off x="10861226" y="35766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8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9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20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21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22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23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24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25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26"/>
          <p:cNvSpPr/>
          <p:nvPr/>
        </p:nvSpPr>
        <p:spPr>
          <a:xfrm>
            <a:off x="5486778" y="410239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27"/>
          <p:cNvGrpSpPr/>
          <p:nvPr/>
        </p:nvGrpSpPr>
        <p:grpSpPr>
          <a:xfrm>
            <a:off x="5744063" y="5063739"/>
            <a:ext cx="488315" cy="488315"/>
            <a:chOff x="7288383" y="4522084"/>
            <a:chExt cx="488315" cy="488315"/>
          </a:xfrm>
        </p:grpSpPr>
        <p:sp>
          <p:nvSpPr>
            <p:cNvPr id="123" name="object 28"/>
            <p:cNvSpPr/>
            <p:nvPr/>
          </p:nvSpPr>
          <p:spPr>
            <a:xfrm>
              <a:off x="7307433" y="4541134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29"/>
            <p:cNvSpPr/>
            <p:nvPr/>
          </p:nvSpPr>
          <p:spPr>
            <a:xfrm>
              <a:off x="7307433" y="4541134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30"/>
          <p:cNvSpPr/>
          <p:nvPr/>
        </p:nvSpPr>
        <p:spPr>
          <a:xfrm>
            <a:off x="6208735" y="410239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31"/>
          <p:cNvSpPr/>
          <p:nvPr/>
        </p:nvSpPr>
        <p:spPr>
          <a:xfrm>
            <a:off x="6930693" y="410239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33"/>
          <p:cNvSpPr txBox="1"/>
          <p:nvPr/>
        </p:nvSpPr>
        <p:spPr>
          <a:xfrm>
            <a:off x="1337594" y="6470031"/>
            <a:ext cx="228346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compressed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0858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215"/>
              </a:lnSpc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Vmap</a:t>
            </a:r>
            <a:r>
              <a:rPr sz="3600" b="1" spc="-14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3600" b="1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解压</a:t>
            </a:r>
            <a:endParaRPr lang="zh-CN" altLang="en-US" sz="3600" b="1" spc="-10" dirty="0">
              <a:solidFill>
                <a:schemeClr val="bg1"/>
              </a:solidFill>
              <a:uFill>
                <a:solidFill>
                  <a:srgbClr val="000000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1125855"/>
            <a:ext cx="11332845" cy="209042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14300" y="1125855"/>
            <a:ext cx="12077700" cy="11849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69620" indent="-475615">
              <a:lnSpc>
                <a:spcPts val="3075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统计待解压块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分配临时物理页或复用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页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.</a:t>
            </a:r>
            <a:endParaRPr sz="2800" spc="-20" dirty="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通过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 vmap()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分配连续的虚拟地址区间，并在其中映射物理页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5923" y="5706611"/>
            <a:ext cx="488315" cy="488315"/>
            <a:chOff x="2130963" y="5549766"/>
            <a:chExt cx="488315" cy="488315"/>
          </a:xfrm>
        </p:grpSpPr>
        <p:sp>
          <p:nvSpPr>
            <p:cNvPr id="4" name="object 4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" name="object 5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75923" y="4392270"/>
          <a:ext cx="370586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  <a:gridCol w="450850"/>
                <a:gridCol w="450850"/>
                <a:gridCol w="450850"/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</a:tr>
            </a:tbl>
          </a:graphicData>
        </a:graphic>
      </p:graphicFrame>
      <p:sp>
        <p:nvSpPr>
          <p:cNvPr id="9" name="object 7"/>
          <p:cNvSpPr/>
          <p:nvPr/>
        </p:nvSpPr>
        <p:spPr>
          <a:xfrm>
            <a:off x="1137818" y="4842954"/>
            <a:ext cx="3653790" cy="908050"/>
          </a:xfrm>
          <a:custGeom>
            <a:avLst/>
            <a:gdLst/>
            <a:ahLst/>
            <a:cxnLst/>
            <a:rect l="l" t="t" r="r" b="b"/>
            <a:pathLst>
              <a:path w="3653790" h="908050">
                <a:moveTo>
                  <a:pt x="76200" y="551776"/>
                </a:moveTo>
                <a:lnTo>
                  <a:pt x="38100" y="551776"/>
                </a:lnTo>
                <a:lnTo>
                  <a:pt x="38100" y="704176"/>
                </a:lnTo>
                <a:lnTo>
                  <a:pt x="76200" y="704176"/>
                </a:lnTo>
                <a:lnTo>
                  <a:pt x="76200" y="551776"/>
                </a:lnTo>
                <a:close/>
              </a:path>
              <a:path w="3653790" h="908050">
                <a:moveTo>
                  <a:pt x="76200" y="285076"/>
                </a:moveTo>
                <a:lnTo>
                  <a:pt x="38100" y="285076"/>
                </a:lnTo>
                <a:lnTo>
                  <a:pt x="38100" y="437476"/>
                </a:lnTo>
                <a:lnTo>
                  <a:pt x="76200" y="437476"/>
                </a:lnTo>
                <a:lnTo>
                  <a:pt x="76200" y="285076"/>
                </a:lnTo>
                <a:close/>
              </a:path>
              <a:path w="3653790" h="908050">
                <a:moveTo>
                  <a:pt x="76200" y="18376"/>
                </a:moveTo>
                <a:lnTo>
                  <a:pt x="38100" y="18376"/>
                </a:lnTo>
                <a:lnTo>
                  <a:pt x="38100" y="170776"/>
                </a:lnTo>
                <a:lnTo>
                  <a:pt x="76200" y="170776"/>
                </a:lnTo>
                <a:lnTo>
                  <a:pt x="76200" y="18376"/>
                </a:lnTo>
                <a:close/>
              </a:path>
              <a:path w="3653790" h="908050">
                <a:moveTo>
                  <a:pt x="114300" y="768413"/>
                </a:moveTo>
                <a:lnTo>
                  <a:pt x="0" y="768413"/>
                </a:lnTo>
                <a:lnTo>
                  <a:pt x="57150" y="882713"/>
                </a:lnTo>
                <a:lnTo>
                  <a:pt x="114300" y="768413"/>
                </a:lnTo>
                <a:close/>
              </a:path>
              <a:path w="3653790" h="908050">
                <a:moveTo>
                  <a:pt x="632510" y="907491"/>
                </a:moveTo>
                <a:lnTo>
                  <a:pt x="602195" y="797280"/>
                </a:lnTo>
                <a:lnTo>
                  <a:pt x="507149" y="882713"/>
                </a:lnTo>
                <a:lnTo>
                  <a:pt x="632510" y="907491"/>
                </a:lnTo>
                <a:close/>
              </a:path>
              <a:path w="3653790" h="908050">
                <a:moveTo>
                  <a:pt x="824611" y="815111"/>
                </a:moveTo>
                <a:lnTo>
                  <a:pt x="814501" y="778370"/>
                </a:lnTo>
                <a:lnTo>
                  <a:pt x="667562" y="818807"/>
                </a:lnTo>
                <a:lnTo>
                  <a:pt x="677672" y="855548"/>
                </a:lnTo>
                <a:lnTo>
                  <a:pt x="824611" y="815111"/>
                </a:lnTo>
                <a:close/>
              </a:path>
              <a:path w="3653790" h="908050">
                <a:moveTo>
                  <a:pt x="1081760" y="744347"/>
                </a:moveTo>
                <a:lnTo>
                  <a:pt x="1071651" y="707618"/>
                </a:lnTo>
                <a:lnTo>
                  <a:pt x="924712" y="748055"/>
                </a:lnTo>
                <a:lnTo>
                  <a:pt x="934821" y="784783"/>
                </a:lnTo>
                <a:lnTo>
                  <a:pt x="1081760" y="744347"/>
                </a:lnTo>
                <a:close/>
              </a:path>
              <a:path w="3653790" h="908050">
                <a:moveTo>
                  <a:pt x="1338897" y="673582"/>
                </a:moveTo>
                <a:lnTo>
                  <a:pt x="1328788" y="636854"/>
                </a:lnTo>
                <a:lnTo>
                  <a:pt x="1181849" y="677291"/>
                </a:lnTo>
                <a:lnTo>
                  <a:pt x="1191958" y="714019"/>
                </a:lnTo>
                <a:lnTo>
                  <a:pt x="1338897" y="673582"/>
                </a:lnTo>
                <a:close/>
              </a:path>
              <a:path w="3653790" h="908050">
                <a:moveTo>
                  <a:pt x="1596034" y="602830"/>
                </a:moveTo>
                <a:lnTo>
                  <a:pt x="1585925" y="566089"/>
                </a:lnTo>
                <a:lnTo>
                  <a:pt x="1438986" y="606526"/>
                </a:lnTo>
                <a:lnTo>
                  <a:pt x="1449095" y="643267"/>
                </a:lnTo>
                <a:lnTo>
                  <a:pt x="1596034" y="602830"/>
                </a:lnTo>
                <a:close/>
              </a:path>
              <a:path w="3653790" h="908050">
                <a:moveTo>
                  <a:pt x="1853184" y="532066"/>
                </a:moveTo>
                <a:lnTo>
                  <a:pt x="1843074" y="495325"/>
                </a:lnTo>
                <a:lnTo>
                  <a:pt x="1696135" y="535762"/>
                </a:lnTo>
                <a:lnTo>
                  <a:pt x="1706245" y="572503"/>
                </a:lnTo>
                <a:lnTo>
                  <a:pt x="1853184" y="532066"/>
                </a:lnTo>
                <a:close/>
              </a:path>
              <a:path w="3653790" h="908050">
                <a:moveTo>
                  <a:pt x="2110321" y="461302"/>
                </a:moveTo>
                <a:lnTo>
                  <a:pt x="2100211" y="424573"/>
                </a:lnTo>
                <a:lnTo>
                  <a:pt x="1953272" y="465010"/>
                </a:lnTo>
                <a:lnTo>
                  <a:pt x="1963381" y="501738"/>
                </a:lnTo>
                <a:lnTo>
                  <a:pt x="2110321" y="461302"/>
                </a:lnTo>
                <a:close/>
              </a:path>
              <a:path w="3653790" h="908050">
                <a:moveTo>
                  <a:pt x="2367457" y="390550"/>
                </a:moveTo>
                <a:lnTo>
                  <a:pt x="2357348" y="353809"/>
                </a:lnTo>
                <a:lnTo>
                  <a:pt x="2210422" y="394246"/>
                </a:lnTo>
                <a:lnTo>
                  <a:pt x="2220518" y="430974"/>
                </a:lnTo>
                <a:lnTo>
                  <a:pt x="2367457" y="390550"/>
                </a:lnTo>
                <a:close/>
              </a:path>
              <a:path w="3653790" h="908050">
                <a:moveTo>
                  <a:pt x="2624607" y="319786"/>
                </a:moveTo>
                <a:lnTo>
                  <a:pt x="2614498" y="283044"/>
                </a:lnTo>
                <a:lnTo>
                  <a:pt x="2467559" y="323481"/>
                </a:lnTo>
                <a:lnTo>
                  <a:pt x="2477668" y="360222"/>
                </a:lnTo>
                <a:lnTo>
                  <a:pt x="2624607" y="319786"/>
                </a:lnTo>
                <a:close/>
              </a:path>
              <a:path w="3653790" h="908050">
                <a:moveTo>
                  <a:pt x="2881744" y="249021"/>
                </a:moveTo>
                <a:lnTo>
                  <a:pt x="2871635" y="212293"/>
                </a:lnTo>
                <a:lnTo>
                  <a:pt x="2724696" y="252717"/>
                </a:lnTo>
                <a:lnTo>
                  <a:pt x="2734805" y="289458"/>
                </a:lnTo>
                <a:lnTo>
                  <a:pt x="2881744" y="249021"/>
                </a:lnTo>
                <a:close/>
              </a:path>
              <a:path w="3653790" h="908050">
                <a:moveTo>
                  <a:pt x="3138881" y="178257"/>
                </a:moveTo>
                <a:lnTo>
                  <a:pt x="3128784" y="141528"/>
                </a:lnTo>
                <a:lnTo>
                  <a:pt x="2981845" y="181965"/>
                </a:lnTo>
                <a:lnTo>
                  <a:pt x="2991955" y="218694"/>
                </a:lnTo>
                <a:lnTo>
                  <a:pt x="3138881" y="178257"/>
                </a:lnTo>
                <a:close/>
              </a:path>
              <a:path w="3653790" h="908050">
                <a:moveTo>
                  <a:pt x="3396030" y="107505"/>
                </a:moveTo>
                <a:lnTo>
                  <a:pt x="3385921" y="70764"/>
                </a:lnTo>
                <a:lnTo>
                  <a:pt x="3238982" y="111201"/>
                </a:lnTo>
                <a:lnTo>
                  <a:pt x="3249091" y="147929"/>
                </a:lnTo>
                <a:lnTo>
                  <a:pt x="3396030" y="107505"/>
                </a:lnTo>
                <a:close/>
              </a:path>
              <a:path w="3653790" h="908050">
                <a:moveTo>
                  <a:pt x="3653167" y="36741"/>
                </a:moveTo>
                <a:lnTo>
                  <a:pt x="3643058" y="0"/>
                </a:lnTo>
                <a:lnTo>
                  <a:pt x="3496119" y="40436"/>
                </a:lnTo>
                <a:lnTo>
                  <a:pt x="3506228" y="77177"/>
                </a:lnTo>
                <a:lnTo>
                  <a:pt x="3653167" y="3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8"/>
          <p:cNvGrpSpPr/>
          <p:nvPr/>
        </p:nvGrpSpPr>
        <p:grpSpPr>
          <a:xfrm>
            <a:off x="2661114" y="3809334"/>
            <a:ext cx="284480" cy="447675"/>
            <a:chOff x="3616154" y="3652489"/>
            <a:chExt cx="284480" cy="447675"/>
          </a:xfrm>
        </p:grpSpPr>
        <p:sp>
          <p:nvSpPr>
            <p:cNvPr id="11" name="object 9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3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1"/>
          <p:cNvGrpSpPr/>
          <p:nvPr/>
        </p:nvGrpSpPr>
        <p:grpSpPr>
          <a:xfrm>
            <a:off x="3069210" y="3809334"/>
            <a:ext cx="284480" cy="447675"/>
            <a:chOff x="4024250" y="3652489"/>
            <a:chExt cx="284480" cy="447675"/>
          </a:xfrm>
        </p:grpSpPr>
        <p:sp>
          <p:nvSpPr>
            <p:cNvPr id="14" name="object 12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4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4"/>
          <p:cNvSpPr/>
          <p:nvPr/>
        </p:nvSpPr>
        <p:spPr>
          <a:xfrm>
            <a:off x="9714029" y="3316643"/>
            <a:ext cx="1367790" cy="1600200"/>
          </a:xfrm>
          <a:custGeom>
            <a:avLst/>
            <a:gdLst/>
            <a:ahLst/>
            <a:cxnLst/>
            <a:rect l="l" t="t" r="r" b="b"/>
            <a:pathLst>
              <a:path w="1367790" h="1600200">
                <a:moveTo>
                  <a:pt x="1367680" y="0"/>
                </a:moveTo>
                <a:lnTo>
                  <a:pt x="0" y="0"/>
                </a:lnTo>
                <a:lnTo>
                  <a:pt x="0" y="1600001"/>
                </a:lnTo>
                <a:lnTo>
                  <a:pt x="1367680" y="1600001"/>
                </a:lnTo>
                <a:lnTo>
                  <a:pt x="1367680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5"/>
          <p:cNvSpPr txBox="1"/>
          <p:nvPr/>
        </p:nvSpPr>
        <p:spPr>
          <a:xfrm>
            <a:off x="9714029" y="3316643"/>
            <a:ext cx="1367790" cy="160020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27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8" name="object 16"/>
          <p:cNvGrpSpPr/>
          <p:nvPr/>
        </p:nvGrpSpPr>
        <p:grpSpPr>
          <a:xfrm>
            <a:off x="9887136" y="3714488"/>
            <a:ext cx="970915" cy="1098550"/>
            <a:chOff x="10842176" y="3557643"/>
            <a:chExt cx="970915" cy="1098550"/>
          </a:xfrm>
        </p:grpSpPr>
        <p:sp>
          <p:nvSpPr>
            <p:cNvPr id="19" name="object 17"/>
            <p:cNvSpPr/>
            <p:nvPr/>
          </p:nvSpPr>
          <p:spPr>
            <a:xfrm>
              <a:off x="10861226" y="35766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18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19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6"/>
          <p:cNvGrpSpPr/>
          <p:nvPr/>
        </p:nvGrpSpPr>
        <p:grpSpPr>
          <a:xfrm>
            <a:off x="6333343" y="4678929"/>
            <a:ext cx="2310130" cy="1423670"/>
            <a:chOff x="7288383" y="4522084"/>
            <a:chExt cx="2310130" cy="1423670"/>
          </a:xfrm>
        </p:grpSpPr>
        <p:sp>
          <p:nvSpPr>
            <p:cNvPr id="29" name="object 27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2291333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2291333" y="450000"/>
                  </a:lnTo>
                  <a:lnTo>
                    <a:pt x="2291333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0" y="0"/>
                  </a:moveTo>
                  <a:lnTo>
                    <a:pt x="2291334" y="0"/>
                  </a:lnTo>
                  <a:lnTo>
                    <a:pt x="229133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7307433" y="4541134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7307433" y="4541134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7297099" y="4983091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29" h="506095">
                  <a:moveTo>
                    <a:pt x="0" y="377996"/>
                  </a:moveTo>
                  <a:lnTo>
                    <a:pt x="3553" y="505738"/>
                  </a:lnTo>
                  <a:lnTo>
                    <a:pt x="102123" y="427435"/>
                  </a:lnTo>
                  <a:lnTo>
                    <a:pt x="61034" y="427435"/>
                  </a:lnTo>
                  <a:lnTo>
                    <a:pt x="26496" y="411350"/>
                  </a:lnTo>
                  <a:lnTo>
                    <a:pt x="34538" y="394081"/>
                  </a:lnTo>
                  <a:lnTo>
                    <a:pt x="0" y="377996"/>
                  </a:lnTo>
                  <a:close/>
                </a:path>
                <a:path w="252729" h="506095">
                  <a:moveTo>
                    <a:pt x="34538" y="394081"/>
                  </a:moveTo>
                  <a:lnTo>
                    <a:pt x="26496" y="411350"/>
                  </a:lnTo>
                  <a:lnTo>
                    <a:pt x="61034" y="427435"/>
                  </a:lnTo>
                  <a:lnTo>
                    <a:pt x="69077" y="410165"/>
                  </a:lnTo>
                  <a:lnTo>
                    <a:pt x="34538" y="394081"/>
                  </a:lnTo>
                  <a:close/>
                </a:path>
                <a:path w="252729" h="506095">
                  <a:moveTo>
                    <a:pt x="69077" y="410165"/>
                  </a:moveTo>
                  <a:lnTo>
                    <a:pt x="61034" y="427435"/>
                  </a:lnTo>
                  <a:lnTo>
                    <a:pt x="102123" y="427435"/>
                  </a:lnTo>
                  <a:lnTo>
                    <a:pt x="103615" y="426250"/>
                  </a:lnTo>
                  <a:lnTo>
                    <a:pt x="69077" y="410165"/>
                  </a:lnTo>
                  <a:close/>
                </a:path>
                <a:path w="252729" h="506095">
                  <a:moveTo>
                    <a:pt x="218065" y="0"/>
                  </a:moveTo>
                  <a:lnTo>
                    <a:pt x="34538" y="394081"/>
                  </a:lnTo>
                  <a:lnTo>
                    <a:pt x="69077" y="410165"/>
                  </a:lnTo>
                  <a:lnTo>
                    <a:pt x="252602" y="16084"/>
                  </a:lnTo>
                  <a:lnTo>
                    <a:pt x="218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2"/>
          <p:cNvSpPr/>
          <p:nvPr/>
        </p:nvSpPr>
        <p:spPr>
          <a:xfrm>
            <a:off x="6076058" y="371758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3"/>
          <p:cNvSpPr/>
          <p:nvPr/>
        </p:nvSpPr>
        <p:spPr>
          <a:xfrm>
            <a:off x="6798015" y="371758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4"/>
          <p:cNvSpPr/>
          <p:nvPr/>
        </p:nvSpPr>
        <p:spPr>
          <a:xfrm>
            <a:off x="7519973" y="3717581"/>
            <a:ext cx="450215" cy="450215"/>
          </a:xfrm>
          <a:custGeom>
            <a:avLst/>
            <a:gdLst/>
            <a:ahLst/>
            <a:cxnLst/>
            <a:rect l="l" t="t" r="r" b="b"/>
            <a:pathLst>
              <a:path w="450215" h="450214">
                <a:moveTo>
                  <a:pt x="0" y="0"/>
                </a:moveTo>
                <a:lnTo>
                  <a:pt x="450000" y="0"/>
                </a:lnTo>
                <a:lnTo>
                  <a:pt x="450000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6"/>
          <p:cNvSpPr txBox="1"/>
          <p:nvPr/>
        </p:nvSpPr>
        <p:spPr>
          <a:xfrm>
            <a:off x="1608104" y="6406531"/>
            <a:ext cx="228346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compressed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0858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215"/>
              </a:lnSpc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Vmap</a:t>
            </a:r>
            <a:r>
              <a:rPr sz="3600" b="1" spc="-14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3600" b="1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解压</a:t>
            </a:r>
            <a:endParaRPr lang="zh-CN" altLang="en-US" sz="3600" b="1" spc="-10" dirty="0">
              <a:solidFill>
                <a:schemeClr val="bg1"/>
              </a:solidFill>
              <a:uFill>
                <a:solidFill>
                  <a:srgbClr val="000000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1125855"/>
            <a:ext cx="11332845" cy="209042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14300" y="1125855"/>
            <a:ext cx="12077700" cy="16129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69620" indent="-475615">
              <a:lnSpc>
                <a:spcPts val="3075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统计待解压块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分配临时物理页或复用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页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.</a:t>
            </a:r>
            <a:endParaRPr sz="2800" spc="-20" dirty="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通过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 vmap()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分配连续的虚拟地址区间，并在其中映射物理页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9713" y="5623426"/>
            <a:ext cx="488315" cy="488315"/>
            <a:chOff x="2130963" y="5549766"/>
            <a:chExt cx="488315" cy="488315"/>
          </a:xfrm>
        </p:grpSpPr>
        <p:sp>
          <p:nvSpPr>
            <p:cNvPr id="4" name="object 4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" name="object 5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9713" y="4309085"/>
          <a:ext cx="370586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  <a:gridCol w="450850"/>
                <a:gridCol w="450850"/>
                <a:gridCol w="450850"/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</a:tr>
            </a:tbl>
          </a:graphicData>
        </a:graphic>
      </p:graphicFrame>
      <p:sp>
        <p:nvSpPr>
          <p:cNvPr id="9" name="object 7"/>
          <p:cNvSpPr/>
          <p:nvPr/>
        </p:nvSpPr>
        <p:spPr>
          <a:xfrm>
            <a:off x="981608" y="4759769"/>
            <a:ext cx="3653790" cy="908050"/>
          </a:xfrm>
          <a:custGeom>
            <a:avLst/>
            <a:gdLst/>
            <a:ahLst/>
            <a:cxnLst/>
            <a:rect l="l" t="t" r="r" b="b"/>
            <a:pathLst>
              <a:path w="3653790" h="908050">
                <a:moveTo>
                  <a:pt x="76200" y="551776"/>
                </a:moveTo>
                <a:lnTo>
                  <a:pt x="38100" y="551776"/>
                </a:lnTo>
                <a:lnTo>
                  <a:pt x="38100" y="704176"/>
                </a:lnTo>
                <a:lnTo>
                  <a:pt x="76200" y="704176"/>
                </a:lnTo>
                <a:lnTo>
                  <a:pt x="76200" y="551776"/>
                </a:lnTo>
                <a:close/>
              </a:path>
              <a:path w="3653790" h="908050">
                <a:moveTo>
                  <a:pt x="76200" y="285076"/>
                </a:moveTo>
                <a:lnTo>
                  <a:pt x="38100" y="285076"/>
                </a:lnTo>
                <a:lnTo>
                  <a:pt x="38100" y="437476"/>
                </a:lnTo>
                <a:lnTo>
                  <a:pt x="76200" y="437476"/>
                </a:lnTo>
                <a:lnTo>
                  <a:pt x="76200" y="285076"/>
                </a:lnTo>
                <a:close/>
              </a:path>
              <a:path w="3653790" h="908050">
                <a:moveTo>
                  <a:pt x="76200" y="18376"/>
                </a:moveTo>
                <a:lnTo>
                  <a:pt x="38100" y="18376"/>
                </a:lnTo>
                <a:lnTo>
                  <a:pt x="38100" y="170776"/>
                </a:lnTo>
                <a:lnTo>
                  <a:pt x="76200" y="170776"/>
                </a:lnTo>
                <a:lnTo>
                  <a:pt x="76200" y="18376"/>
                </a:lnTo>
                <a:close/>
              </a:path>
              <a:path w="3653790" h="908050">
                <a:moveTo>
                  <a:pt x="114300" y="768413"/>
                </a:moveTo>
                <a:lnTo>
                  <a:pt x="0" y="768413"/>
                </a:lnTo>
                <a:lnTo>
                  <a:pt x="57150" y="882713"/>
                </a:lnTo>
                <a:lnTo>
                  <a:pt x="114300" y="768413"/>
                </a:lnTo>
                <a:close/>
              </a:path>
              <a:path w="3653790" h="908050">
                <a:moveTo>
                  <a:pt x="632510" y="907491"/>
                </a:moveTo>
                <a:lnTo>
                  <a:pt x="602195" y="797280"/>
                </a:lnTo>
                <a:lnTo>
                  <a:pt x="507149" y="882713"/>
                </a:lnTo>
                <a:lnTo>
                  <a:pt x="632510" y="907491"/>
                </a:lnTo>
                <a:close/>
              </a:path>
              <a:path w="3653790" h="908050">
                <a:moveTo>
                  <a:pt x="824611" y="815111"/>
                </a:moveTo>
                <a:lnTo>
                  <a:pt x="814501" y="778370"/>
                </a:lnTo>
                <a:lnTo>
                  <a:pt x="667562" y="818807"/>
                </a:lnTo>
                <a:lnTo>
                  <a:pt x="677672" y="855548"/>
                </a:lnTo>
                <a:lnTo>
                  <a:pt x="824611" y="815111"/>
                </a:lnTo>
                <a:close/>
              </a:path>
              <a:path w="3653790" h="908050">
                <a:moveTo>
                  <a:pt x="1081760" y="744347"/>
                </a:moveTo>
                <a:lnTo>
                  <a:pt x="1071651" y="707618"/>
                </a:lnTo>
                <a:lnTo>
                  <a:pt x="924712" y="748055"/>
                </a:lnTo>
                <a:lnTo>
                  <a:pt x="934821" y="784783"/>
                </a:lnTo>
                <a:lnTo>
                  <a:pt x="1081760" y="744347"/>
                </a:lnTo>
                <a:close/>
              </a:path>
              <a:path w="3653790" h="908050">
                <a:moveTo>
                  <a:pt x="1338897" y="673582"/>
                </a:moveTo>
                <a:lnTo>
                  <a:pt x="1328788" y="636854"/>
                </a:lnTo>
                <a:lnTo>
                  <a:pt x="1181849" y="677291"/>
                </a:lnTo>
                <a:lnTo>
                  <a:pt x="1191958" y="714019"/>
                </a:lnTo>
                <a:lnTo>
                  <a:pt x="1338897" y="673582"/>
                </a:lnTo>
                <a:close/>
              </a:path>
              <a:path w="3653790" h="908050">
                <a:moveTo>
                  <a:pt x="1596034" y="602830"/>
                </a:moveTo>
                <a:lnTo>
                  <a:pt x="1585925" y="566089"/>
                </a:lnTo>
                <a:lnTo>
                  <a:pt x="1438986" y="606526"/>
                </a:lnTo>
                <a:lnTo>
                  <a:pt x="1449095" y="643267"/>
                </a:lnTo>
                <a:lnTo>
                  <a:pt x="1596034" y="602830"/>
                </a:lnTo>
                <a:close/>
              </a:path>
              <a:path w="3653790" h="908050">
                <a:moveTo>
                  <a:pt x="1853184" y="532066"/>
                </a:moveTo>
                <a:lnTo>
                  <a:pt x="1843074" y="495325"/>
                </a:lnTo>
                <a:lnTo>
                  <a:pt x="1696135" y="535762"/>
                </a:lnTo>
                <a:lnTo>
                  <a:pt x="1706245" y="572503"/>
                </a:lnTo>
                <a:lnTo>
                  <a:pt x="1853184" y="532066"/>
                </a:lnTo>
                <a:close/>
              </a:path>
              <a:path w="3653790" h="908050">
                <a:moveTo>
                  <a:pt x="2110321" y="461302"/>
                </a:moveTo>
                <a:lnTo>
                  <a:pt x="2100211" y="424573"/>
                </a:lnTo>
                <a:lnTo>
                  <a:pt x="1953272" y="465010"/>
                </a:lnTo>
                <a:lnTo>
                  <a:pt x="1963381" y="501738"/>
                </a:lnTo>
                <a:lnTo>
                  <a:pt x="2110321" y="461302"/>
                </a:lnTo>
                <a:close/>
              </a:path>
              <a:path w="3653790" h="908050">
                <a:moveTo>
                  <a:pt x="2367457" y="390550"/>
                </a:moveTo>
                <a:lnTo>
                  <a:pt x="2357348" y="353809"/>
                </a:lnTo>
                <a:lnTo>
                  <a:pt x="2210422" y="394246"/>
                </a:lnTo>
                <a:lnTo>
                  <a:pt x="2220518" y="430974"/>
                </a:lnTo>
                <a:lnTo>
                  <a:pt x="2367457" y="390550"/>
                </a:lnTo>
                <a:close/>
              </a:path>
              <a:path w="3653790" h="908050">
                <a:moveTo>
                  <a:pt x="2624607" y="319786"/>
                </a:moveTo>
                <a:lnTo>
                  <a:pt x="2614498" y="283044"/>
                </a:lnTo>
                <a:lnTo>
                  <a:pt x="2467559" y="323481"/>
                </a:lnTo>
                <a:lnTo>
                  <a:pt x="2477668" y="360222"/>
                </a:lnTo>
                <a:lnTo>
                  <a:pt x="2624607" y="319786"/>
                </a:lnTo>
                <a:close/>
              </a:path>
              <a:path w="3653790" h="908050">
                <a:moveTo>
                  <a:pt x="2881744" y="249021"/>
                </a:moveTo>
                <a:lnTo>
                  <a:pt x="2871635" y="212293"/>
                </a:lnTo>
                <a:lnTo>
                  <a:pt x="2724696" y="252717"/>
                </a:lnTo>
                <a:lnTo>
                  <a:pt x="2734805" y="289458"/>
                </a:lnTo>
                <a:lnTo>
                  <a:pt x="2881744" y="249021"/>
                </a:lnTo>
                <a:close/>
              </a:path>
              <a:path w="3653790" h="908050">
                <a:moveTo>
                  <a:pt x="3138881" y="178257"/>
                </a:moveTo>
                <a:lnTo>
                  <a:pt x="3128784" y="141528"/>
                </a:lnTo>
                <a:lnTo>
                  <a:pt x="2981845" y="181965"/>
                </a:lnTo>
                <a:lnTo>
                  <a:pt x="2991955" y="218694"/>
                </a:lnTo>
                <a:lnTo>
                  <a:pt x="3138881" y="178257"/>
                </a:lnTo>
                <a:close/>
              </a:path>
              <a:path w="3653790" h="908050">
                <a:moveTo>
                  <a:pt x="3396030" y="107505"/>
                </a:moveTo>
                <a:lnTo>
                  <a:pt x="3385921" y="70764"/>
                </a:lnTo>
                <a:lnTo>
                  <a:pt x="3238982" y="111201"/>
                </a:lnTo>
                <a:lnTo>
                  <a:pt x="3249091" y="147929"/>
                </a:lnTo>
                <a:lnTo>
                  <a:pt x="3396030" y="107505"/>
                </a:lnTo>
                <a:close/>
              </a:path>
              <a:path w="3653790" h="908050">
                <a:moveTo>
                  <a:pt x="3653167" y="36741"/>
                </a:moveTo>
                <a:lnTo>
                  <a:pt x="3643058" y="0"/>
                </a:lnTo>
                <a:lnTo>
                  <a:pt x="3496119" y="40436"/>
                </a:lnTo>
                <a:lnTo>
                  <a:pt x="3506228" y="77177"/>
                </a:lnTo>
                <a:lnTo>
                  <a:pt x="3653167" y="3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8"/>
          <p:cNvGrpSpPr/>
          <p:nvPr/>
        </p:nvGrpSpPr>
        <p:grpSpPr>
          <a:xfrm>
            <a:off x="2504904" y="3726149"/>
            <a:ext cx="284480" cy="447675"/>
            <a:chOff x="3616154" y="3652489"/>
            <a:chExt cx="284480" cy="447675"/>
          </a:xfrm>
        </p:grpSpPr>
        <p:sp>
          <p:nvSpPr>
            <p:cNvPr id="11" name="object 9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3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1"/>
          <p:cNvGrpSpPr/>
          <p:nvPr/>
        </p:nvGrpSpPr>
        <p:grpSpPr>
          <a:xfrm>
            <a:off x="2913000" y="3726149"/>
            <a:ext cx="284480" cy="447675"/>
            <a:chOff x="4024250" y="3652489"/>
            <a:chExt cx="284480" cy="447675"/>
          </a:xfrm>
        </p:grpSpPr>
        <p:sp>
          <p:nvSpPr>
            <p:cNvPr id="14" name="object 12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4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4"/>
          <p:cNvGrpSpPr/>
          <p:nvPr/>
        </p:nvGrpSpPr>
        <p:grpSpPr>
          <a:xfrm>
            <a:off x="9538769" y="3214408"/>
            <a:ext cx="1405890" cy="1638300"/>
            <a:chOff x="10650019" y="3140748"/>
            <a:chExt cx="1405890" cy="1638300"/>
          </a:xfrm>
        </p:grpSpPr>
        <p:sp>
          <p:nvSpPr>
            <p:cNvPr id="17" name="object 15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1367680" y="0"/>
                  </a:moveTo>
                  <a:lnTo>
                    <a:pt x="0" y="0"/>
                  </a:lnTo>
                  <a:lnTo>
                    <a:pt x="0" y="1600001"/>
                  </a:lnTo>
                  <a:lnTo>
                    <a:pt x="1367680" y="1600001"/>
                  </a:lnTo>
                  <a:lnTo>
                    <a:pt x="136768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0" y="0"/>
                  </a:moveTo>
                  <a:lnTo>
                    <a:pt x="1367680" y="0"/>
                  </a:lnTo>
                  <a:lnTo>
                    <a:pt x="1367680" y="1600002"/>
                  </a:lnTo>
                  <a:lnTo>
                    <a:pt x="0" y="160000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7"/>
          <p:cNvSpPr txBox="1"/>
          <p:nvPr/>
        </p:nvSpPr>
        <p:spPr>
          <a:xfrm>
            <a:off x="9713403" y="3255263"/>
            <a:ext cx="105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18"/>
          <p:cNvGrpSpPr/>
          <p:nvPr/>
        </p:nvGrpSpPr>
        <p:grpSpPr>
          <a:xfrm>
            <a:off x="6137099" y="3631303"/>
            <a:ext cx="4564380" cy="2480310"/>
            <a:chOff x="7248349" y="3557643"/>
            <a:chExt cx="4564380" cy="2480310"/>
          </a:xfrm>
        </p:grpSpPr>
        <p:sp>
          <p:nvSpPr>
            <p:cNvPr id="21" name="object 19"/>
            <p:cNvSpPr/>
            <p:nvPr/>
          </p:nvSpPr>
          <p:spPr>
            <a:xfrm>
              <a:off x="10861226" y="35766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6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7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2291333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2291333" y="450000"/>
                  </a:lnTo>
                  <a:lnTo>
                    <a:pt x="2291333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0" y="0"/>
                  </a:moveTo>
                  <a:lnTo>
                    <a:pt x="2291334" y="0"/>
                  </a:lnTo>
                  <a:lnTo>
                    <a:pt x="229133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/>
          </p:nvSpPr>
          <p:spPr>
            <a:xfrm>
              <a:off x="7297098" y="4983091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29" h="506095">
                  <a:moveTo>
                    <a:pt x="0" y="377996"/>
                  </a:moveTo>
                  <a:lnTo>
                    <a:pt x="3553" y="505738"/>
                  </a:lnTo>
                  <a:lnTo>
                    <a:pt x="102123" y="427435"/>
                  </a:lnTo>
                  <a:lnTo>
                    <a:pt x="61034" y="427435"/>
                  </a:lnTo>
                  <a:lnTo>
                    <a:pt x="26496" y="411350"/>
                  </a:lnTo>
                  <a:lnTo>
                    <a:pt x="34538" y="394081"/>
                  </a:lnTo>
                  <a:lnTo>
                    <a:pt x="0" y="377996"/>
                  </a:lnTo>
                  <a:close/>
                </a:path>
                <a:path w="252729" h="506095">
                  <a:moveTo>
                    <a:pt x="34538" y="394081"/>
                  </a:moveTo>
                  <a:lnTo>
                    <a:pt x="26496" y="411350"/>
                  </a:lnTo>
                  <a:lnTo>
                    <a:pt x="61034" y="427435"/>
                  </a:lnTo>
                  <a:lnTo>
                    <a:pt x="69077" y="410165"/>
                  </a:lnTo>
                  <a:lnTo>
                    <a:pt x="34538" y="394081"/>
                  </a:lnTo>
                  <a:close/>
                </a:path>
                <a:path w="252729" h="506095">
                  <a:moveTo>
                    <a:pt x="69077" y="410165"/>
                  </a:moveTo>
                  <a:lnTo>
                    <a:pt x="61034" y="427435"/>
                  </a:lnTo>
                  <a:lnTo>
                    <a:pt x="102123" y="427435"/>
                  </a:lnTo>
                  <a:lnTo>
                    <a:pt x="103615" y="426250"/>
                  </a:lnTo>
                  <a:lnTo>
                    <a:pt x="69077" y="410165"/>
                  </a:lnTo>
                  <a:close/>
                </a:path>
                <a:path w="252729" h="506095">
                  <a:moveTo>
                    <a:pt x="218065" y="0"/>
                  </a:moveTo>
                  <a:lnTo>
                    <a:pt x="34538" y="394081"/>
                  </a:lnTo>
                  <a:lnTo>
                    <a:pt x="69077" y="410165"/>
                  </a:lnTo>
                  <a:lnTo>
                    <a:pt x="252602" y="16084"/>
                  </a:lnTo>
                  <a:lnTo>
                    <a:pt x="218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5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6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7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38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39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0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1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2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3"/>
            <p:cNvSpPr/>
            <p:nvPr/>
          </p:nvSpPr>
          <p:spPr>
            <a:xfrm>
              <a:off x="8836303" y="4259192"/>
              <a:ext cx="2482215" cy="1310005"/>
            </a:xfrm>
            <a:custGeom>
              <a:avLst/>
              <a:gdLst/>
              <a:ahLst/>
              <a:cxnLst/>
              <a:rect l="l" t="t" r="r" b="b"/>
              <a:pathLst>
                <a:path w="2482215" h="1310004">
                  <a:moveTo>
                    <a:pt x="0" y="1309624"/>
                  </a:moveTo>
                  <a:lnTo>
                    <a:pt x="3488" y="1249198"/>
                  </a:lnTo>
                  <a:lnTo>
                    <a:pt x="13810" y="1188888"/>
                  </a:lnTo>
                  <a:lnTo>
                    <a:pt x="30748" y="1128806"/>
                  </a:lnTo>
                  <a:lnTo>
                    <a:pt x="54084" y="1069067"/>
                  </a:lnTo>
                  <a:lnTo>
                    <a:pt x="83603" y="1009787"/>
                  </a:lnTo>
                  <a:lnTo>
                    <a:pt x="119087" y="951078"/>
                  </a:lnTo>
                  <a:lnTo>
                    <a:pt x="160320" y="893056"/>
                  </a:lnTo>
                  <a:lnTo>
                    <a:pt x="207083" y="835836"/>
                  </a:lnTo>
                  <a:lnTo>
                    <a:pt x="259162" y="779531"/>
                  </a:lnTo>
                  <a:lnTo>
                    <a:pt x="287126" y="751758"/>
                  </a:lnTo>
                  <a:lnTo>
                    <a:pt x="316338" y="724256"/>
                  </a:lnTo>
                  <a:lnTo>
                    <a:pt x="346769" y="697041"/>
                  </a:lnTo>
                  <a:lnTo>
                    <a:pt x="378394" y="670126"/>
                  </a:lnTo>
                  <a:lnTo>
                    <a:pt x="411185" y="643526"/>
                  </a:lnTo>
                  <a:lnTo>
                    <a:pt x="445114" y="617254"/>
                  </a:lnTo>
                  <a:lnTo>
                    <a:pt x="480155" y="591327"/>
                  </a:lnTo>
                  <a:lnTo>
                    <a:pt x="516281" y="565757"/>
                  </a:lnTo>
                  <a:lnTo>
                    <a:pt x="553465" y="540558"/>
                  </a:lnTo>
                  <a:lnTo>
                    <a:pt x="591678" y="515746"/>
                  </a:lnTo>
                  <a:lnTo>
                    <a:pt x="630895" y="491335"/>
                  </a:lnTo>
                  <a:lnTo>
                    <a:pt x="671088" y="467339"/>
                  </a:lnTo>
                  <a:lnTo>
                    <a:pt x="712230" y="443771"/>
                  </a:lnTo>
                  <a:lnTo>
                    <a:pt x="754294" y="420648"/>
                  </a:lnTo>
                  <a:lnTo>
                    <a:pt x="797253" y="397982"/>
                  </a:lnTo>
                  <a:lnTo>
                    <a:pt x="841079" y="375788"/>
                  </a:lnTo>
                  <a:lnTo>
                    <a:pt x="885746" y="354080"/>
                  </a:lnTo>
                  <a:lnTo>
                    <a:pt x="931226" y="332874"/>
                  </a:lnTo>
                  <a:lnTo>
                    <a:pt x="977493" y="312182"/>
                  </a:lnTo>
                  <a:lnTo>
                    <a:pt x="1024519" y="292020"/>
                  </a:lnTo>
                  <a:lnTo>
                    <a:pt x="1072277" y="272401"/>
                  </a:lnTo>
                  <a:lnTo>
                    <a:pt x="1120740" y="253340"/>
                  </a:lnTo>
                  <a:lnTo>
                    <a:pt x="1169881" y="234852"/>
                  </a:lnTo>
                  <a:lnTo>
                    <a:pt x="1219673" y="216950"/>
                  </a:lnTo>
                  <a:lnTo>
                    <a:pt x="1270088" y="199649"/>
                  </a:lnTo>
                  <a:lnTo>
                    <a:pt x="1321100" y="182963"/>
                  </a:lnTo>
                  <a:lnTo>
                    <a:pt x="1372681" y="166906"/>
                  </a:lnTo>
                  <a:lnTo>
                    <a:pt x="1424804" y="151494"/>
                  </a:lnTo>
                  <a:lnTo>
                    <a:pt x="1477443" y="136739"/>
                  </a:lnTo>
                  <a:lnTo>
                    <a:pt x="1530570" y="122657"/>
                  </a:lnTo>
                  <a:lnTo>
                    <a:pt x="1584157" y="109261"/>
                  </a:lnTo>
                  <a:lnTo>
                    <a:pt x="1638179" y="96567"/>
                  </a:lnTo>
                  <a:lnTo>
                    <a:pt x="1692607" y="84588"/>
                  </a:lnTo>
                  <a:lnTo>
                    <a:pt x="1747415" y="73338"/>
                  </a:lnTo>
                  <a:lnTo>
                    <a:pt x="1802575" y="62833"/>
                  </a:lnTo>
                  <a:lnTo>
                    <a:pt x="1858061" y="53085"/>
                  </a:lnTo>
                  <a:lnTo>
                    <a:pt x="1913845" y="44111"/>
                  </a:lnTo>
                  <a:lnTo>
                    <a:pt x="1969900" y="35923"/>
                  </a:lnTo>
                  <a:lnTo>
                    <a:pt x="2026199" y="28536"/>
                  </a:lnTo>
                  <a:lnTo>
                    <a:pt x="2082715" y="21964"/>
                  </a:lnTo>
                  <a:lnTo>
                    <a:pt x="2139421" y="16223"/>
                  </a:lnTo>
                  <a:lnTo>
                    <a:pt x="2196289" y="11325"/>
                  </a:lnTo>
                  <a:lnTo>
                    <a:pt x="2253294" y="7286"/>
                  </a:lnTo>
                  <a:lnTo>
                    <a:pt x="2310406" y="4120"/>
                  </a:lnTo>
                  <a:lnTo>
                    <a:pt x="2367600" y="1840"/>
                  </a:lnTo>
                  <a:lnTo>
                    <a:pt x="2424848" y="462"/>
                  </a:lnTo>
                  <a:lnTo>
                    <a:pt x="24821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4"/>
            <p:cNvSpPr/>
            <p:nvPr/>
          </p:nvSpPr>
          <p:spPr>
            <a:xfrm>
              <a:off x="9286302" y="4411592"/>
              <a:ext cx="2185035" cy="1157605"/>
            </a:xfrm>
            <a:custGeom>
              <a:avLst/>
              <a:gdLst/>
              <a:ahLst/>
              <a:cxnLst/>
              <a:rect l="l" t="t" r="r" b="b"/>
              <a:pathLst>
                <a:path w="2185034" h="1157604">
                  <a:moveTo>
                    <a:pt x="0" y="1157224"/>
                  </a:moveTo>
                  <a:lnTo>
                    <a:pt x="3987" y="1096342"/>
                  </a:lnTo>
                  <a:lnTo>
                    <a:pt x="15759" y="1035610"/>
                  </a:lnTo>
                  <a:lnTo>
                    <a:pt x="35033" y="975178"/>
                  </a:lnTo>
                  <a:lnTo>
                    <a:pt x="61527" y="915197"/>
                  </a:lnTo>
                  <a:lnTo>
                    <a:pt x="94957" y="855815"/>
                  </a:lnTo>
                  <a:lnTo>
                    <a:pt x="135039" y="797183"/>
                  </a:lnTo>
                  <a:lnTo>
                    <a:pt x="181492" y="739451"/>
                  </a:lnTo>
                  <a:lnTo>
                    <a:pt x="207018" y="710969"/>
                  </a:lnTo>
                  <a:lnTo>
                    <a:pt x="234031" y="682768"/>
                  </a:lnTo>
                  <a:lnTo>
                    <a:pt x="262494" y="654868"/>
                  </a:lnTo>
                  <a:lnTo>
                    <a:pt x="292373" y="627286"/>
                  </a:lnTo>
                  <a:lnTo>
                    <a:pt x="323633" y="600041"/>
                  </a:lnTo>
                  <a:lnTo>
                    <a:pt x="356237" y="573153"/>
                  </a:lnTo>
                  <a:lnTo>
                    <a:pt x="390150" y="546639"/>
                  </a:lnTo>
                  <a:lnTo>
                    <a:pt x="425337" y="520520"/>
                  </a:lnTo>
                  <a:lnTo>
                    <a:pt x="461763" y="494812"/>
                  </a:lnTo>
                  <a:lnTo>
                    <a:pt x="499392" y="469536"/>
                  </a:lnTo>
                  <a:lnTo>
                    <a:pt x="538189" y="444710"/>
                  </a:lnTo>
                  <a:lnTo>
                    <a:pt x="578118" y="420352"/>
                  </a:lnTo>
                  <a:lnTo>
                    <a:pt x="619144" y="396482"/>
                  </a:lnTo>
                  <a:lnTo>
                    <a:pt x="661232" y="373118"/>
                  </a:lnTo>
                  <a:lnTo>
                    <a:pt x="704346" y="350279"/>
                  </a:lnTo>
                  <a:lnTo>
                    <a:pt x="748451" y="327983"/>
                  </a:lnTo>
                  <a:lnTo>
                    <a:pt x="793512" y="306250"/>
                  </a:lnTo>
                  <a:lnTo>
                    <a:pt x="839492" y="285098"/>
                  </a:lnTo>
                  <a:lnTo>
                    <a:pt x="886358" y="264546"/>
                  </a:lnTo>
                  <a:lnTo>
                    <a:pt x="934072" y="244613"/>
                  </a:lnTo>
                  <a:lnTo>
                    <a:pt x="982601" y="225316"/>
                  </a:lnTo>
                  <a:lnTo>
                    <a:pt x="1031908" y="206676"/>
                  </a:lnTo>
                  <a:lnTo>
                    <a:pt x="1081958" y="188711"/>
                  </a:lnTo>
                  <a:lnTo>
                    <a:pt x="1132716" y="171440"/>
                  </a:lnTo>
                  <a:lnTo>
                    <a:pt x="1184146" y="154881"/>
                  </a:lnTo>
                  <a:lnTo>
                    <a:pt x="1236213" y="139053"/>
                  </a:lnTo>
                  <a:lnTo>
                    <a:pt x="1288882" y="123974"/>
                  </a:lnTo>
                  <a:lnTo>
                    <a:pt x="1342117" y="109665"/>
                  </a:lnTo>
                  <a:lnTo>
                    <a:pt x="1395883" y="96143"/>
                  </a:lnTo>
                  <a:lnTo>
                    <a:pt x="1450144" y="83426"/>
                  </a:lnTo>
                  <a:lnTo>
                    <a:pt x="1504866" y="71535"/>
                  </a:lnTo>
                  <a:lnTo>
                    <a:pt x="1560012" y="60487"/>
                  </a:lnTo>
                  <a:lnTo>
                    <a:pt x="1615547" y="50302"/>
                  </a:lnTo>
                  <a:lnTo>
                    <a:pt x="1671436" y="40997"/>
                  </a:lnTo>
                  <a:lnTo>
                    <a:pt x="1727643" y="32593"/>
                  </a:lnTo>
                  <a:lnTo>
                    <a:pt x="1784134" y="25107"/>
                  </a:lnTo>
                  <a:lnTo>
                    <a:pt x="1840873" y="18558"/>
                  </a:lnTo>
                  <a:lnTo>
                    <a:pt x="1897823" y="12966"/>
                  </a:lnTo>
                  <a:lnTo>
                    <a:pt x="1954951" y="8348"/>
                  </a:lnTo>
                  <a:lnTo>
                    <a:pt x="2012220" y="4724"/>
                  </a:lnTo>
                  <a:lnTo>
                    <a:pt x="2069596" y="2112"/>
                  </a:lnTo>
                  <a:lnTo>
                    <a:pt x="2127042" y="531"/>
                  </a:lnTo>
                  <a:lnTo>
                    <a:pt x="2184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5"/>
          <p:cNvSpPr txBox="1"/>
          <p:nvPr/>
        </p:nvSpPr>
        <p:spPr>
          <a:xfrm>
            <a:off x="7481455" y="4782312"/>
            <a:ext cx="190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physical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pages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1451894" y="6323346"/>
            <a:ext cx="228346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compressed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0858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215"/>
              </a:lnSpc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Vmap</a:t>
            </a:r>
            <a:r>
              <a:rPr sz="3600" b="1" spc="-14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3600" b="1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解压</a:t>
            </a:r>
            <a:endParaRPr lang="zh-CN" altLang="en-US" sz="3600" b="1" spc="-10" dirty="0">
              <a:solidFill>
                <a:schemeClr val="bg1"/>
              </a:solidFill>
              <a:uFill>
                <a:solidFill>
                  <a:srgbClr val="000000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1125855"/>
            <a:ext cx="11332845" cy="209042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object 3"/>
          <p:cNvGrpSpPr/>
          <p:nvPr/>
        </p:nvGrpSpPr>
        <p:grpSpPr>
          <a:xfrm>
            <a:off x="1019713" y="5623426"/>
            <a:ext cx="488315" cy="488315"/>
            <a:chOff x="2130963" y="5549766"/>
            <a:chExt cx="488315" cy="488315"/>
          </a:xfrm>
        </p:grpSpPr>
        <p:sp>
          <p:nvSpPr>
            <p:cNvPr id="4" name="object 4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" name="object 5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9713" y="4309085"/>
          <a:ext cx="370586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  <a:gridCol w="450850"/>
                <a:gridCol w="450850"/>
                <a:gridCol w="450850"/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</a:tr>
            </a:tbl>
          </a:graphicData>
        </a:graphic>
      </p:graphicFrame>
      <p:sp>
        <p:nvSpPr>
          <p:cNvPr id="9" name="object 7"/>
          <p:cNvSpPr/>
          <p:nvPr/>
        </p:nvSpPr>
        <p:spPr>
          <a:xfrm>
            <a:off x="981608" y="4759769"/>
            <a:ext cx="3653790" cy="908050"/>
          </a:xfrm>
          <a:custGeom>
            <a:avLst/>
            <a:gdLst/>
            <a:ahLst/>
            <a:cxnLst/>
            <a:rect l="l" t="t" r="r" b="b"/>
            <a:pathLst>
              <a:path w="3653790" h="908050">
                <a:moveTo>
                  <a:pt x="76200" y="551776"/>
                </a:moveTo>
                <a:lnTo>
                  <a:pt x="38100" y="551776"/>
                </a:lnTo>
                <a:lnTo>
                  <a:pt x="38100" y="704176"/>
                </a:lnTo>
                <a:lnTo>
                  <a:pt x="76200" y="704176"/>
                </a:lnTo>
                <a:lnTo>
                  <a:pt x="76200" y="551776"/>
                </a:lnTo>
                <a:close/>
              </a:path>
              <a:path w="3653790" h="908050">
                <a:moveTo>
                  <a:pt x="76200" y="285076"/>
                </a:moveTo>
                <a:lnTo>
                  <a:pt x="38100" y="285076"/>
                </a:lnTo>
                <a:lnTo>
                  <a:pt x="38100" y="437476"/>
                </a:lnTo>
                <a:lnTo>
                  <a:pt x="76200" y="437476"/>
                </a:lnTo>
                <a:lnTo>
                  <a:pt x="76200" y="285076"/>
                </a:lnTo>
                <a:close/>
              </a:path>
              <a:path w="3653790" h="908050">
                <a:moveTo>
                  <a:pt x="76200" y="18376"/>
                </a:moveTo>
                <a:lnTo>
                  <a:pt x="38100" y="18376"/>
                </a:lnTo>
                <a:lnTo>
                  <a:pt x="38100" y="170776"/>
                </a:lnTo>
                <a:lnTo>
                  <a:pt x="76200" y="170776"/>
                </a:lnTo>
                <a:lnTo>
                  <a:pt x="76200" y="18376"/>
                </a:lnTo>
                <a:close/>
              </a:path>
              <a:path w="3653790" h="908050">
                <a:moveTo>
                  <a:pt x="114300" y="768413"/>
                </a:moveTo>
                <a:lnTo>
                  <a:pt x="0" y="768413"/>
                </a:lnTo>
                <a:lnTo>
                  <a:pt x="57150" y="882713"/>
                </a:lnTo>
                <a:lnTo>
                  <a:pt x="114300" y="768413"/>
                </a:lnTo>
                <a:close/>
              </a:path>
              <a:path w="3653790" h="908050">
                <a:moveTo>
                  <a:pt x="632510" y="907491"/>
                </a:moveTo>
                <a:lnTo>
                  <a:pt x="602195" y="797280"/>
                </a:lnTo>
                <a:lnTo>
                  <a:pt x="507149" y="882713"/>
                </a:lnTo>
                <a:lnTo>
                  <a:pt x="632510" y="907491"/>
                </a:lnTo>
                <a:close/>
              </a:path>
              <a:path w="3653790" h="908050">
                <a:moveTo>
                  <a:pt x="824611" y="815111"/>
                </a:moveTo>
                <a:lnTo>
                  <a:pt x="814501" y="778370"/>
                </a:lnTo>
                <a:lnTo>
                  <a:pt x="667562" y="818807"/>
                </a:lnTo>
                <a:lnTo>
                  <a:pt x="677672" y="855548"/>
                </a:lnTo>
                <a:lnTo>
                  <a:pt x="824611" y="815111"/>
                </a:lnTo>
                <a:close/>
              </a:path>
              <a:path w="3653790" h="908050">
                <a:moveTo>
                  <a:pt x="1081760" y="744347"/>
                </a:moveTo>
                <a:lnTo>
                  <a:pt x="1071651" y="707618"/>
                </a:lnTo>
                <a:lnTo>
                  <a:pt x="924712" y="748055"/>
                </a:lnTo>
                <a:lnTo>
                  <a:pt x="934821" y="784783"/>
                </a:lnTo>
                <a:lnTo>
                  <a:pt x="1081760" y="744347"/>
                </a:lnTo>
                <a:close/>
              </a:path>
              <a:path w="3653790" h="908050">
                <a:moveTo>
                  <a:pt x="1338897" y="673582"/>
                </a:moveTo>
                <a:lnTo>
                  <a:pt x="1328788" y="636854"/>
                </a:lnTo>
                <a:lnTo>
                  <a:pt x="1181849" y="677291"/>
                </a:lnTo>
                <a:lnTo>
                  <a:pt x="1191958" y="714019"/>
                </a:lnTo>
                <a:lnTo>
                  <a:pt x="1338897" y="673582"/>
                </a:lnTo>
                <a:close/>
              </a:path>
              <a:path w="3653790" h="908050">
                <a:moveTo>
                  <a:pt x="1596034" y="602830"/>
                </a:moveTo>
                <a:lnTo>
                  <a:pt x="1585925" y="566089"/>
                </a:lnTo>
                <a:lnTo>
                  <a:pt x="1438986" y="606526"/>
                </a:lnTo>
                <a:lnTo>
                  <a:pt x="1449095" y="643267"/>
                </a:lnTo>
                <a:lnTo>
                  <a:pt x="1596034" y="602830"/>
                </a:lnTo>
                <a:close/>
              </a:path>
              <a:path w="3653790" h="908050">
                <a:moveTo>
                  <a:pt x="1853184" y="532066"/>
                </a:moveTo>
                <a:lnTo>
                  <a:pt x="1843074" y="495325"/>
                </a:lnTo>
                <a:lnTo>
                  <a:pt x="1696135" y="535762"/>
                </a:lnTo>
                <a:lnTo>
                  <a:pt x="1706245" y="572503"/>
                </a:lnTo>
                <a:lnTo>
                  <a:pt x="1853184" y="532066"/>
                </a:lnTo>
                <a:close/>
              </a:path>
              <a:path w="3653790" h="908050">
                <a:moveTo>
                  <a:pt x="2110321" y="461302"/>
                </a:moveTo>
                <a:lnTo>
                  <a:pt x="2100211" y="424573"/>
                </a:lnTo>
                <a:lnTo>
                  <a:pt x="1953272" y="465010"/>
                </a:lnTo>
                <a:lnTo>
                  <a:pt x="1963381" y="501738"/>
                </a:lnTo>
                <a:lnTo>
                  <a:pt x="2110321" y="461302"/>
                </a:lnTo>
                <a:close/>
              </a:path>
              <a:path w="3653790" h="908050">
                <a:moveTo>
                  <a:pt x="2367457" y="390550"/>
                </a:moveTo>
                <a:lnTo>
                  <a:pt x="2357348" y="353809"/>
                </a:lnTo>
                <a:lnTo>
                  <a:pt x="2210422" y="394246"/>
                </a:lnTo>
                <a:lnTo>
                  <a:pt x="2220518" y="430974"/>
                </a:lnTo>
                <a:lnTo>
                  <a:pt x="2367457" y="390550"/>
                </a:lnTo>
                <a:close/>
              </a:path>
              <a:path w="3653790" h="908050">
                <a:moveTo>
                  <a:pt x="2624607" y="319786"/>
                </a:moveTo>
                <a:lnTo>
                  <a:pt x="2614498" y="283044"/>
                </a:lnTo>
                <a:lnTo>
                  <a:pt x="2467559" y="323481"/>
                </a:lnTo>
                <a:lnTo>
                  <a:pt x="2477668" y="360222"/>
                </a:lnTo>
                <a:lnTo>
                  <a:pt x="2624607" y="319786"/>
                </a:lnTo>
                <a:close/>
              </a:path>
              <a:path w="3653790" h="908050">
                <a:moveTo>
                  <a:pt x="2881744" y="249021"/>
                </a:moveTo>
                <a:lnTo>
                  <a:pt x="2871635" y="212293"/>
                </a:lnTo>
                <a:lnTo>
                  <a:pt x="2724696" y="252717"/>
                </a:lnTo>
                <a:lnTo>
                  <a:pt x="2734805" y="289458"/>
                </a:lnTo>
                <a:lnTo>
                  <a:pt x="2881744" y="249021"/>
                </a:lnTo>
                <a:close/>
              </a:path>
              <a:path w="3653790" h="908050">
                <a:moveTo>
                  <a:pt x="3138881" y="178257"/>
                </a:moveTo>
                <a:lnTo>
                  <a:pt x="3128784" y="141528"/>
                </a:lnTo>
                <a:lnTo>
                  <a:pt x="2981845" y="181965"/>
                </a:lnTo>
                <a:lnTo>
                  <a:pt x="2991955" y="218694"/>
                </a:lnTo>
                <a:lnTo>
                  <a:pt x="3138881" y="178257"/>
                </a:lnTo>
                <a:close/>
              </a:path>
              <a:path w="3653790" h="908050">
                <a:moveTo>
                  <a:pt x="3396030" y="107505"/>
                </a:moveTo>
                <a:lnTo>
                  <a:pt x="3385921" y="70764"/>
                </a:lnTo>
                <a:lnTo>
                  <a:pt x="3238982" y="111201"/>
                </a:lnTo>
                <a:lnTo>
                  <a:pt x="3249091" y="147929"/>
                </a:lnTo>
                <a:lnTo>
                  <a:pt x="3396030" y="107505"/>
                </a:lnTo>
                <a:close/>
              </a:path>
              <a:path w="3653790" h="908050">
                <a:moveTo>
                  <a:pt x="3653167" y="36741"/>
                </a:moveTo>
                <a:lnTo>
                  <a:pt x="3643058" y="0"/>
                </a:lnTo>
                <a:lnTo>
                  <a:pt x="3496119" y="40436"/>
                </a:lnTo>
                <a:lnTo>
                  <a:pt x="3506228" y="77177"/>
                </a:lnTo>
                <a:lnTo>
                  <a:pt x="3653167" y="3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8"/>
          <p:cNvGrpSpPr/>
          <p:nvPr/>
        </p:nvGrpSpPr>
        <p:grpSpPr>
          <a:xfrm>
            <a:off x="2504904" y="3726149"/>
            <a:ext cx="284480" cy="447675"/>
            <a:chOff x="3616154" y="3652489"/>
            <a:chExt cx="284480" cy="447675"/>
          </a:xfrm>
        </p:grpSpPr>
        <p:sp>
          <p:nvSpPr>
            <p:cNvPr id="11" name="object 9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3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1"/>
          <p:cNvGrpSpPr/>
          <p:nvPr/>
        </p:nvGrpSpPr>
        <p:grpSpPr>
          <a:xfrm>
            <a:off x="2913000" y="3726149"/>
            <a:ext cx="284480" cy="447675"/>
            <a:chOff x="4024250" y="3652489"/>
            <a:chExt cx="284480" cy="447675"/>
          </a:xfrm>
        </p:grpSpPr>
        <p:sp>
          <p:nvSpPr>
            <p:cNvPr id="14" name="object 12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4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4"/>
          <p:cNvGrpSpPr/>
          <p:nvPr/>
        </p:nvGrpSpPr>
        <p:grpSpPr>
          <a:xfrm>
            <a:off x="9538769" y="3214408"/>
            <a:ext cx="1405890" cy="1638300"/>
            <a:chOff x="10650019" y="3140748"/>
            <a:chExt cx="1405890" cy="1638300"/>
          </a:xfrm>
        </p:grpSpPr>
        <p:sp>
          <p:nvSpPr>
            <p:cNvPr id="17" name="object 15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1367680" y="0"/>
                  </a:moveTo>
                  <a:lnTo>
                    <a:pt x="0" y="0"/>
                  </a:lnTo>
                  <a:lnTo>
                    <a:pt x="0" y="1600001"/>
                  </a:lnTo>
                  <a:lnTo>
                    <a:pt x="1367680" y="1600001"/>
                  </a:lnTo>
                  <a:lnTo>
                    <a:pt x="136768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0" y="0"/>
                  </a:moveTo>
                  <a:lnTo>
                    <a:pt x="1367680" y="0"/>
                  </a:lnTo>
                  <a:lnTo>
                    <a:pt x="1367680" y="1600002"/>
                  </a:lnTo>
                  <a:lnTo>
                    <a:pt x="0" y="160000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7"/>
          <p:cNvSpPr txBox="1"/>
          <p:nvPr/>
        </p:nvSpPr>
        <p:spPr>
          <a:xfrm>
            <a:off x="9713403" y="3255263"/>
            <a:ext cx="105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18"/>
          <p:cNvGrpSpPr/>
          <p:nvPr/>
        </p:nvGrpSpPr>
        <p:grpSpPr>
          <a:xfrm>
            <a:off x="6137099" y="3631303"/>
            <a:ext cx="4564380" cy="2480310"/>
            <a:chOff x="7248349" y="3557643"/>
            <a:chExt cx="4564380" cy="2480310"/>
          </a:xfrm>
        </p:grpSpPr>
        <p:sp>
          <p:nvSpPr>
            <p:cNvPr id="21" name="object 19"/>
            <p:cNvSpPr/>
            <p:nvPr/>
          </p:nvSpPr>
          <p:spPr>
            <a:xfrm>
              <a:off x="10861226" y="35766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6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7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2291333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2291333" y="450000"/>
                  </a:lnTo>
                  <a:lnTo>
                    <a:pt x="2291333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0" y="0"/>
                  </a:moveTo>
                  <a:lnTo>
                    <a:pt x="2291334" y="0"/>
                  </a:lnTo>
                  <a:lnTo>
                    <a:pt x="229133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/>
          </p:nvSpPr>
          <p:spPr>
            <a:xfrm>
              <a:off x="7297098" y="4983091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29" h="506095">
                  <a:moveTo>
                    <a:pt x="0" y="377996"/>
                  </a:moveTo>
                  <a:lnTo>
                    <a:pt x="3553" y="505738"/>
                  </a:lnTo>
                  <a:lnTo>
                    <a:pt x="102123" y="427435"/>
                  </a:lnTo>
                  <a:lnTo>
                    <a:pt x="61034" y="427435"/>
                  </a:lnTo>
                  <a:lnTo>
                    <a:pt x="26496" y="411350"/>
                  </a:lnTo>
                  <a:lnTo>
                    <a:pt x="34538" y="394081"/>
                  </a:lnTo>
                  <a:lnTo>
                    <a:pt x="0" y="377996"/>
                  </a:lnTo>
                  <a:close/>
                </a:path>
                <a:path w="252729" h="506095">
                  <a:moveTo>
                    <a:pt x="34538" y="394081"/>
                  </a:moveTo>
                  <a:lnTo>
                    <a:pt x="26496" y="411350"/>
                  </a:lnTo>
                  <a:lnTo>
                    <a:pt x="61034" y="427435"/>
                  </a:lnTo>
                  <a:lnTo>
                    <a:pt x="69077" y="410165"/>
                  </a:lnTo>
                  <a:lnTo>
                    <a:pt x="34538" y="394081"/>
                  </a:lnTo>
                  <a:close/>
                </a:path>
                <a:path w="252729" h="506095">
                  <a:moveTo>
                    <a:pt x="69077" y="410165"/>
                  </a:moveTo>
                  <a:lnTo>
                    <a:pt x="61034" y="427435"/>
                  </a:lnTo>
                  <a:lnTo>
                    <a:pt x="102123" y="427435"/>
                  </a:lnTo>
                  <a:lnTo>
                    <a:pt x="103615" y="426250"/>
                  </a:lnTo>
                  <a:lnTo>
                    <a:pt x="69077" y="410165"/>
                  </a:lnTo>
                  <a:close/>
                </a:path>
                <a:path w="252729" h="506095">
                  <a:moveTo>
                    <a:pt x="218065" y="0"/>
                  </a:moveTo>
                  <a:lnTo>
                    <a:pt x="34538" y="394081"/>
                  </a:lnTo>
                  <a:lnTo>
                    <a:pt x="69077" y="410165"/>
                  </a:lnTo>
                  <a:lnTo>
                    <a:pt x="252602" y="16084"/>
                  </a:lnTo>
                  <a:lnTo>
                    <a:pt x="218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5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6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7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38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39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0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1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2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3"/>
            <p:cNvSpPr/>
            <p:nvPr/>
          </p:nvSpPr>
          <p:spPr>
            <a:xfrm>
              <a:off x="8836303" y="4259192"/>
              <a:ext cx="2482215" cy="1310005"/>
            </a:xfrm>
            <a:custGeom>
              <a:avLst/>
              <a:gdLst/>
              <a:ahLst/>
              <a:cxnLst/>
              <a:rect l="l" t="t" r="r" b="b"/>
              <a:pathLst>
                <a:path w="2482215" h="1310004">
                  <a:moveTo>
                    <a:pt x="0" y="1309624"/>
                  </a:moveTo>
                  <a:lnTo>
                    <a:pt x="3488" y="1249198"/>
                  </a:lnTo>
                  <a:lnTo>
                    <a:pt x="13810" y="1188888"/>
                  </a:lnTo>
                  <a:lnTo>
                    <a:pt x="30748" y="1128806"/>
                  </a:lnTo>
                  <a:lnTo>
                    <a:pt x="54084" y="1069067"/>
                  </a:lnTo>
                  <a:lnTo>
                    <a:pt x="83603" y="1009787"/>
                  </a:lnTo>
                  <a:lnTo>
                    <a:pt x="119087" y="951078"/>
                  </a:lnTo>
                  <a:lnTo>
                    <a:pt x="160320" y="893056"/>
                  </a:lnTo>
                  <a:lnTo>
                    <a:pt x="207083" y="835836"/>
                  </a:lnTo>
                  <a:lnTo>
                    <a:pt x="259162" y="779531"/>
                  </a:lnTo>
                  <a:lnTo>
                    <a:pt x="287126" y="751758"/>
                  </a:lnTo>
                  <a:lnTo>
                    <a:pt x="316338" y="724256"/>
                  </a:lnTo>
                  <a:lnTo>
                    <a:pt x="346769" y="697041"/>
                  </a:lnTo>
                  <a:lnTo>
                    <a:pt x="378394" y="670126"/>
                  </a:lnTo>
                  <a:lnTo>
                    <a:pt x="411185" y="643526"/>
                  </a:lnTo>
                  <a:lnTo>
                    <a:pt x="445114" y="617254"/>
                  </a:lnTo>
                  <a:lnTo>
                    <a:pt x="480155" y="591327"/>
                  </a:lnTo>
                  <a:lnTo>
                    <a:pt x="516281" y="565757"/>
                  </a:lnTo>
                  <a:lnTo>
                    <a:pt x="553465" y="540558"/>
                  </a:lnTo>
                  <a:lnTo>
                    <a:pt x="591678" y="515746"/>
                  </a:lnTo>
                  <a:lnTo>
                    <a:pt x="630895" y="491335"/>
                  </a:lnTo>
                  <a:lnTo>
                    <a:pt x="671088" y="467339"/>
                  </a:lnTo>
                  <a:lnTo>
                    <a:pt x="712230" y="443771"/>
                  </a:lnTo>
                  <a:lnTo>
                    <a:pt x="754294" y="420648"/>
                  </a:lnTo>
                  <a:lnTo>
                    <a:pt x="797253" y="397982"/>
                  </a:lnTo>
                  <a:lnTo>
                    <a:pt x="841079" y="375788"/>
                  </a:lnTo>
                  <a:lnTo>
                    <a:pt x="885746" y="354080"/>
                  </a:lnTo>
                  <a:lnTo>
                    <a:pt x="931226" y="332874"/>
                  </a:lnTo>
                  <a:lnTo>
                    <a:pt x="977493" y="312182"/>
                  </a:lnTo>
                  <a:lnTo>
                    <a:pt x="1024519" y="292020"/>
                  </a:lnTo>
                  <a:lnTo>
                    <a:pt x="1072277" y="272401"/>
                  </a:lnTo>
                  <a:lnTo>
                    <a:pt x="1120740" y="253340"/>
                  </a:lnTo>
                  <a:lnTo>
                    <a:pt x="1169881" y="234852"/>
                  </a:lnTo>
                  <a:lnTo>
                    <a:pt x="1219673" y="216950"/>
                  </a:lnTo>
                  <a:lnTo>
                    <a:pt x="1270088" y="199649"/>
                  </a:lnTo>
                  <a:lnTo>
                    <a:pt x="1321100" y="182963"/>
                  </a:lnTo>
                  <a:lnTo>
                    <a:pt x="1372681" y="166906"/>
                  </a:lnTo>
                  <a:lnTo>
                    <a:pt x="1424804" y="151494"/>
                  </a:lnTo>
                  <a:lnTo>
                    <a:pt x="1477443" y="136739"/>
                  </a:lnTo>
                  <a:lnTo>
                    <a:pt x="1530570" y="122657"/>
                  </a:lnTo>
                  <a:lnTo>
                    <a:pt x="1584157" y="109261"/>
                  </a:lnTo>
                  <a:lnTo>
                    <a:pt x="1638179" y="96567"/>
                  </a:lnTo>
                  <a:lnTo>
                    <a:pt x="1692607" y="84588"/>
                  </a:lnTo>
                  <a:lnTo>
                    <a:pt x="1747415" y="73338"/>
                  </a:lnTo>
                  <a:lnTo>
                    <a:pt x="1802575" y="62833"/>
                  </a:lnTo>
                  <a:lnTo>
                    <a:pt x="1858061" y="53085"/>
                  </a:lnTo>
                  <a:lnTo>
                    <a:pt x="1913845" y="44111"/>
                  </a:lnTo>
                  <a:lnTo>
                    <a:pt x="1969900" y="35923"/>
                  </a:lnTo>
                  <a:lnTo>
                    <a:pt x="2026199" y="28536"/>
                  </a:lnTo>
                  <a:lnTo>
                    <a:pt x="2082715" y="21964"/>
                  </a:lnTo>
                  <a:lnTo>
                    <a:pt x="2139421" y="16223"/>
                  </a:lnTo>
                  <a:lnTo>
                    <a:pt x="2196289" y="11325"/>
                  </a:lnTo>
                  <a:lnTo>
                    <a:pt x="2253294" y="7286"/>
                  </a:lnTo>
                  <a:lnTo>
                    <a:pt x="2310406" y="4120"/>
                  </a:lnTo>
                  <a:lnTo>
                    <a:pt x="2367600" y="1840"/>
                  </a:lnTo>
                  <a:lnTo>
                    <a:pt x="2424848" y="462"/>
                  </a:lnTo>
                  <a:lnTo>
                    <a:pt x="24821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4"/>
            <p:cNvSpPr/>
            <p:nvPr/>
          </p:nvSpPr>
          <p:spPr>
            <a:xfrm>
              <a:off x="9286302" y="4411592"/>
              <a:ext cx="2185035" cy="1157605"/>
            </a:xfrm>
            <a:custGeom>
              <a:avLst/>
              <a:gdLst/>
              <a:ahLst/>
              <a:cxnLst/>
              <a:rect l="l" t="t" r="r" b="b"/>
              <a:pathLst>
                <a:path w="2185034" h="1157604">
                  <a:moveTo>
                    <a:pt x="0" y="1157224"/>
                  </a:moveTo>
                  <a:lnTo>
                    <a:pt x="3987" y="1096342"/>
                  </a:lnTo>
                  <a:lnTo>
                    <a:pt x="15759" y="1035610"/>
                  </a:lnTo>
                  <a:lnTo>
                    <a:pt x="35033" y="975178"/>
                  </a:lnTo>
                  <a:lnTo>
                    <a:pt x="61527" y="915197"/>
                  </a:lnTo>
                  <a:lnTo>
                    <a:pt x="94957" y="855815"/>
                  </a:lnTo>
                  <a:lnTo>
                    <a:pt x="135039" y="797183"/>
                  </a:lnTo>
                  <a:lnTo>
                    <a:pt x="181492" y="739451"/>
                  </a:lnTo>
                  <a:lnTo>
                    <a:pt x="207018" y="710969"/>
                  </a:lnTo>
                  <a:lnTo>
                    <a:pt x="234031" y="682768"/>
                  </a:lnTo>
                  <a:lnTo>
                    <a:pt x="262494" y="654868"/>
                  </a:lnTo>
                  <a:lnTo>
                    <a:pt x="292373" y="627286"/>
                  </a:lnTo>
                  <a:lnTo>
                    <a:pt x="323633" y="600041"/>
                  </a:lnTo>
                  <a:lnTo>
                    <a:pt x="356237" y="573153"/>
                  </a:lnTo>
                  <a:lnTo>
                    <a:pt x="390150" y="546639"/>
                  </a:lnTo>
                  <a:lnTo>
                    <a:pt x="425337" y="520520"/>
                  </a:lnTo>
                  <a:lnTo>
                    <a:pt x="461763" y="494812"/>
                  </a:lnTo>
                  <a:lnTo>
                    <a:pt x="499392" y="469536"/>
                  </a:lnTo>
                  <a:lnTo>
                    <a:pt x="538189" y="444710"/>
                  </a:lnTo>
                  <a:lnTo>
                    <a:pt x="578118" y="420352"/>
                  </a:lnTo>
                  <a:lnTo>
                    <a:pt x="619144" y="396482"/>
                  </a:lnTo>
                  <a:lnTo>
                    <a:pt x="661232" y="373118"/>
                  </a:lnTo>
                  <a:lnTo>
                    <a:pt x="704346" y="350279"/>
                  </a:lnTo>
                  <a:lnTo>
                    <a:pt x="748451" y="327983"/>
                  </a:lnTo>
                  <a:lnTo>
                    <a:pt x="793512" y="306250"/>
                  </a:lnTo>
                  <a:lnTo>
                    <a:pt x="839492" y="285098"/>
                  </a:lnTo>
                  <a:lnTo>
                    <a:pt x="886358" y="264546"/>
                  </a:lnTo>
                  <a:lnTo>
                    <a:pt x="934072" y="244613"/>
                  </a:lnTo>
                  <a:lnTo>
                    <a:pt x="982601" y="225316"/>
                  </a:lnTo>
                  <a:lnTo>
                    <a:pt x="1031908" y="206676"/>
                  </a:lnTo>
                  <a:lnTo>
                    <a:pt x="1081958" y="188711"/>
                  </a:lnTo>
                  <a:lnTo>
                    <a:pt x="1132716" y="171440"/>
                  </a:lnTo>
                  <a:lnTo>
                    <a:pt x="1184146" y="154881"/>
                  </a:lnTo>
                  <a:lnTo>
                    <a:pt x="1236213" y="139053"/>
                  </a:lnTo>
                  <a:lnTo>
                    <a:pt x="1288882" y="123974"/>
                  </a:lnTo>
                  <a:lnTo>
                    <a:pt x="1342117" y="109665"/>
                  </a:lnTo>
                  <a:lnTo>
                    <a:pt x="1395883" y="96143"/>
                  </a:lnTo>
                  <a:lnTo>
                    <a:pt x="1450144" y="83426"/>
                  </a:lnTo>
                  <a:lnTo>
                    <a:pt x="1504866" y="71535"/>
                  </a:lnTo>
                  <a:lnTo>
                    <a:pt x="1560012" y="60487"/>
                  </a:lnTo>
                  <a:lnTo>
                    <a:pt x="1615547" y="50302"/>
                  </a:lnTo>
                  <a:lnTo>
                    <a:pt x="1671436" y="40997"/>
                  </a:lnTo>
                  <a:lnTo>
                    <a:pt x="1727643" y="32593"/>
                  </a:lnTo>
                  <a:lnTo>
                    <a:pt x="1784134" y="25107"/>
                  </a:lnTo>
                  <a:lnTo>
                    <a:pt x="1840873" y="18558"/>
                  </a:lnTo>
                  <a:lnTo>
                    <a:pt x="1897823" y="12966"/>
                  </a:lnTo>
                  <a:lnTo>
                    <a:pt x="1954951" y="8348"/>
                  </a:lnTo>
                  <a:lnTo>
                    <a:pt x="2012220" y="4724"/>
                  </a:lnTo>
                  <a:lnTo>
                    <a:pt x="2069596" y="2112"/>
                  </a:lnTo>
                  <a:lnTo>
                    <a:pt x="2127042" y="531"/>
                  </a:lnTo>
                  <a:lnTo>
                    <a:pt x="2184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5"/>
          <p:cNvSpPr txBox="1"/>
          <p:nvPr/>
        </p:nvSpPr>
        <p:spPr>
          <a:xfrm>
            <a:off x="7481455" y="4782312"/>
            <a:ext cx="190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physical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pages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1451894" y="6323346"/>
            <a:ext cx="228346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compressed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8"/>
          <p:cNvSpPr txBox="1"/>
          <p:nvPr/>
        </p:nvSpPr>
        <p:spPr>
          <a:xfrm>
            <a:off x="114300" y="1125855"/>
            <a:ext cx="12077700" cy="189865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69620" indent="-475615">
              <a:lnSpc>
                <a:spcPts val="3075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统计待解压块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分配临时物理页或复用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页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.</a:t>
            </a:r>
            <a:endParaRPr sz="2800" spc="-20" dirty="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通过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 vmap()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分配连续虚拟区间并映射物理页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对</a:t>
            </a:r>
            <a:r>
              <a:rPr sz="2800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，将压缩块复制到临时的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er-CPU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页面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108585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215"/>
              </a:lnSpc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Vmap</a:t>
            </a:r>
            <a:r>
              <a:rPr sz="3600" b="1" spc="-14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3600" b="1" spc="-10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解压</a:t>
            </a:r>
            <a:endParaRPr lang="zh-CN" altLang="en-US" sz="3600" b="1" spc="-10" dirty="0">
              <a:solidFill>
                <a:schemeClr val="bg1"/>
              </a:solidFill>
              <a:uFill>
                <a:solidFill>
                  <a:srgbClr val="000000"/>
                </a:solidFill>
              </a:u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9090" y="1125855"/>
            <a:ext cx="11332845" cy="209042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object 3"/>
          <p:cNvGrpSpPr/>
          <p:nvPr/>
        </p:nvGrpSpPr>
        <p:grpSpPr>
          <a:xfrm>
            <a:off x="1019713" y="5623426"/>
            <a:ext cx="488315" cy="488315"/>
            <a:chOff x="2130963" y="5549766"/>
            <a:chExt cx="488315" cy="488315"/>
          </a:xfrm>
        </p:grpSpPr>
        <p:sp>
          <p:nvSpPr>
            <p:cNvPr id="4" name="object 4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" name="object 5"/>
            <p:cNvSpPr/>
            <p:nvPr/>
          </p:nvSpPr>
          <p:spPr>
            <a:xfrm>
              <a:off x="215001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9713" y="4309085"/>
          <a:ext cx="3705860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50215"/>
                <a:gridCol w="441959"/>
                <a:gridCol w="450215"/>
                <a:gridCol w="450215"/>
                <a:gridCol w="450850"/>
                <a:gridCol w="450850"/>
                <a:gridCol w="450850"/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366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C5E0B4"/>
                    </a:solidFill>
                  </a:tcPr>
                </a:tc>
              </a:tr>
            </a:tbl>
          </a:graphicData>
        </a:graphic>
      </p:graphicFrame>
      <p:sp>
        <p:nvSpPr>
          <p:cNvPr id="9" name="object 7"/>
          <p:cNvSpPr/>
          <p:nvPr/>
        </p:nvSpPr>
        <p:spPr>
          <a:xfrm>
            <a:off x="981608" y="4759769"/>
            <a:ext cx="3653790" cy="908050"/>
          </a:xfrm>
          <a:custGeom>
            <a:avLst/>
            <a:gdLst/>
            <a:ahLst/>
            <a:cxnLst/>
            <a:rect l="l" t="t" r="r" b="b"/>
            <a:pathLst>
              <a:path w="3653790" h="908050">
                <a:moveTo>
                  <a:pt x="76200" y="551776"/>
                </a:moveTo>
                <a:lnTo>
                  <a:pt x="38100" y="551776"/>
                </a:lnTo>
                <a:lnTo>
                  <a:pt x="38100" y="704176"/>
                </a:lnTo>
                <a:lnTo>
                  <a:pt x="76200" y="704176"/>
                </a:lnTo>
                <a:lnTo>
                  <a:pt x="76200" y="551776"/>
                </a:lnTo>
                <a:close/>
              </a:path>
              <a:path w="3653790" h="908050">
                <a:moveTo>
                  <a:pt x="76200" y="285076"/>
                </a:moveTo>
                <a:lnTo>
                  <a:pt x="38100" y="285076"/>
                </a:lnTo>
                <a:lnTo>
                  <a:pt x="38100" y="437476"/>
                </a:lnTo>
                <a:lnTo>
                  <a:pt x="76200" y="437476"/>
                </a:lnTo>
                <a:lnTo>
                  <a:pt x="76200" y="285076"/>
                </a:lnTo>
                <a:close/>
              </a:path>
              <a:path w="3653790" h="908050">
                <a:moveTo>
                  <a:pt x="76200" y="18376"/>
                </a:moveTo>
                <a:lnTo>
                  <a:pt x="38100" y="18376"/>
                </a:lnTo>
                <a:lnTo>
                  <a:pt x="38100" y="170776"/>
                </a:lnTo>
                <a:lnTo>
                  <a:pt x="76200" y="170776"/>
                </a:lnTo>
                <a:lnTo>
                  <a:pt x="76200" y="18376"/>
                </a:lnTo>
                <a:close/>
              </a:path>
              <a:path w="3653790" h="908050">
                <a:moveTo>
                  <a:pt x="114300" y="768413"/>
                </a:moveTo>
                <a:lnTo>
                  <a:pt x="0" y="768413"/>
                </a:lnTo>
                <a:lnTo>
                  <a:pt x="57150" y="882713"/>
                </a:lnTo>
                <a:lnTo>
                  <a:pt x="114300" y="768413"/>
                </a:lnTo>
                <a:close/>
              </a:path>
              <a:path w="3653790" h="908050">
                <a:moveTo>
                  <a:pt x="632510" y="907491"/>
                </a:moveTo>
                <a:lnTo>
                  <a:pt x="602195" y="797280"/>
                </a:lnTo>
                <a:lnTo>
                  <a:pt x="507149" y="882713"/>
                </a:lnTo>
                <a:lnTo>
                  <a:pt x="632510" y="907491"/>
                </a:lnTo>
                <a:close/>
              </a:path>
              <a:path w="3653790" h="908050">
                <a:moveTo>
                  <a:pt x="824611" y="815111"/>
                </a:moveTo>
                <a:lnTo>
                  <a:pt x="814501" y="778370"/>
                </a:lnTo>
                <a:lnTo>
                  <a:pt x="667562" y="818807"/>
                </a:lnTo>
                <a:lnTo>
                  <a:pt x="677672" y="855548"/>
                </a:lnTo>
                <a:lnTo>
                  <a:pt x="824611" y="815111"/>
                </a:lnTo>
                <a:close/>
              </a:path>
              <a:path w="3653790" h="908050">
                <a:moveTo>
                  <a:pt x="1081760" y="744347"/>
                </a:moveTo>
                <a:lnTo>
                  <a:pt x="1071651" y="707618"/>
                </a:lnTo>
                <a:lnTo>
                  <a:pt x="924712" y="748055"/>
                </a:lnTo>
                <a:lnTo>
                  <a:pt x="934821" y="784783"/>
                </a:lnTo>
                <a:lnTo>
                  <a:pt x="1081760" y="744347"/>
                </a:lnTo>
                <a:close/>
              </a:path>
              <a:path w="3653790" h="908050">
                <a:moveTo>
                  <a:pt x="1338897" y="673582"/>
                </a:moveTo>
                <a:lnTo>
                  <a:pt x="1328788" y="636854"/>
                </a:lnTo>
                <a:lnTo>
                  <a:pt x="1181849" y="677291"/>
                </a:lnTo>
                <a:lnTo>
                  <a:pt x="1191958" y="714019"/>
                </a:lnTo>
                <a:lnTo>
                  <a:pt x="1338897" y="673582"/>
                </a:lnTo>
                <a:close/>
              </a:path>
              <a:path w="3653790" h="908050">
                <a:moveTo>
                  <a:pt x="1596034" y="602830"/>
                </a:moveTo>
                <a:lnTo>
                  <a:pt x="1585925" y="566089"/>
                </a:lnTo>
                <a:lnTo>
                  <a:pt x="1438986" y="606526"/>
                </a:lnTo>
                <a:lnTo>
                  <a:pt x="1449095" y="643267"/>
                </a:lnTo>
                <a:lnTo>
                  <a:pt x="1596034" y="602830"/>
                </a:lnTo>
                <a:close/>
              </a:path>
              <a:path w="3653790" h="908050">
                <a:moveTo>
                  <a:pt x="1853184" y="532066"/>
                </a:moveTo>
                <a:lnTo>
                  <a:pt x="1843074" y="495325"/>
                </a:lnTo>
                <a:lnTo>
                  <a:pt x="1696135" y="535762"/>
                </a:lnTo>
                <a:lnTo>
                  <a:pt x="1706245" y="572503"/>
                </a:lnTo>
                <a:lnTo>
                  <a:pt x="1853184" y="532066"/>
                </a:lnTo>
                <a:close/>
              </a:path>
              <a:path w="3653790" h="908050">
                <a:moveTo>
                  <a:pt x="2110321" y="461302"/>
                </a:moveTo>
                <a:lnTo>
                  <a:pt x="2100211" y="424573"/>
                </a:lnTo>
                <a:lnTo>
                  <a:pt x="1953272" y="465010"/>
                </a:lnTo>
                <a:lnTo>
                  <a:pt x="1963381" y="501738"/>
                </a:lnTo>
                <a:lnTo>
                  <a:pt x="2110321" y="461302"/>
                </a:lnTo>
                <a:close/>
              </a:path>
              <a:path w="3653790" h="908050">
                <a:moveTo>
                  <a:pt x="2367457" y="390550"/>
                </a:moveTo>
                <a:lnTo>
                  <a:pt x="2357348" y="353809"/>
                </a:lnTo>
                <a:lnTo>
                  <a:pt x="2210422" y="394246"/>
                </a:lnTo>
                <a:lnTo>
                  <a:pt x="2220518" y="430974"/>
                </a:lnTo>
                <a:lnTo>
                  <a:pt x="2367457" y="390550"/>
                </a:lnTo>
                <a:close/>
              </a:path>
              <a:path w="3653790" h="908050">
                <a:moveTo>
                  <a:pt x="2624607" y="319786"/>
                </a:moveTo>
                <a:lnTo>
                  <a:pt x="2614498" y="283044"/>
                </a:lnTo>
                <a:lnTo>
                  <a:pt x="2467559" y="323481"/>
                </a:lnTo>
                <a:lnTo>
                  <a:pt x="2477668" y="360222"/>
                </a:lnTo>
                <a:lnTo>
                  <a:pt x="2624607" y="319786"/>
                </a:lnTo>
                <a:close/>
              </a:path>
              <a:path w="3653790" h="908050">
                <a:moveTo>
                  <a:pt x="2881744" y="249021"/>
                </a:moveTo>
                <a:lnTo>
                  <a:pt x="2871635" y="212293"/>
                </a:lnTo>
                <a:lnTo>
                  <a:pt x="2724696" y="252717"/>
                </a:lnTo>
                <a:lnTo>
                  <a:pt x="2734805" y="289458"/>
                </a:lnTo>
                <a:lnTo>
                  <a:pt x="2881744" y="249021"/>
                </a:lnTo>
                <a:close/>
              </a:path>
              <a:path w="3653790" h="908050">
                <a:moveTo>
                  <a:pt x="3138881" y="178257"/>
                </a:moveTo>
                <a:lnTo>
                  <a:pt x="3128784" y="141528"/>
                </a:lnTo>
                <a:lnTo>
                  <a:pt x="2981845" y="181965"/>
                </a:lnTo>
                <a:lnTo>
                  <a:pt x="2991955" y="218694"/>
                </a:lnTo>
                <a:lnTo>
                  <a:pt x="3138881" y="178257"/>
                </a:lnTo>
                <a:close/>
              </a:path>
              <a:path w="3653790" h="908050">
                <a:moveTo>
                  <a:pt x="3396030" y="107505"/>
                </a:moveTo>
                <a:lnTo>
                  <a:pt x="3385921" y="70764"/>
                </a:lnTo>
                <a:lnTo>
                  <a:pt x="3238982" y="111201"/>
                </a:lnTo>
                <a:lnTo>
                  <a:pt x="3249091" y="147929"/>
                </a:lnTo>
                <a:lnTo>
                  <a:pt x="3396030" y="107505"/>
                </a:lnTo>
                <a:close/>
              </a:path>
              <a:path w="3653790" h="908050">
                <a:moveTo>
                  <a:pt x="3653167" y="36741"/>
                </a:moveTo>
                <a:lnTo>
                  <a:pt x="3643058" y="0"/>
                </a:lnTo>
                <a:lnTo>
                  <a:pt x="3496119" y="40436"/>
                </a:lnTo>
                <a:lnTo>
                  <a:pt x="3506228" y="77177"/>
                </a:lnTo>
                <a:lnTo>
                  <a:pt x="3653167" y="3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8"/>
          <p:cNvGrpSpPr/>
          <p:nvPr/>
        </p:nvGrpSpPr>
        <p:grpSpPr>
          <a:xfrm>
            <a:off x="2504904" y="3726149"/>
            <a:ext cx="284480" cy="447675"/>
            <a:chOff x="3616154" y="3652489"/>
            <a:chExt cx="284480" cy="447675"/>
          </a:xfrm>
        </p:grpSpPr>
        <p:sp>
          <p:nvSpPr>
            <p:cNvPr id="11" name="object 9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3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0"/>
            <p:cNvSpPr/>
            <p:nvPr/>
          </p:nvSpPr>
          <p:spPr>
            <a:xfrm>
              <a:off x="3619329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1"/>
          <p:cNvGrpSpPr/>
          <p:nvPr/>
        </p:nvGrpSpPr>
        <p:grpSpPr>
          <a:xfrm>
            <a:off x="2913000" y="3726149"/>
            <a:ext cx="284480" cy="447675"/>
            <a:chOff x="4024250" y="3652489"/>
            <a:chExt cx="284480" cy="447675"/>
          </a:xfrm>
        </p:grpSpPr>
        <p:sp>
          <p:nvSpPr>
            <p:cNvPr id="14" name="object 12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208189" y="0"/>
                  </a:moveTo>
                  <a:lnTo>
                    <a:pt x="69396" y="0"/>
                  </a:lnTo>
                  <a:lnTo>
                    <a:pt x="69396" y="302078"/>
                  </a:lnTo>
                  <a:lnTo>
                    <a:pt x="0" y="302078"/>
                  </a:lnTo>
                  <a:lnTo>
                    <a:pt x="138794" y="440871"/>
                  </a:lnTo>
                  <a:lnTo>
                    <a:pt x="277586" y="302078"/>
                  </a:lnTo>
                  <a:lnTo>
                    <a:pt x="208189" y="302078"/>
                  </a:lnTo>
                  <a:lnTo>
                    <a:pt x="208189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3"/>
            <p:cNvSpPr/>
            <p:nvPr/>
          </p:nvSpPr>
          <p:spPr>
            <a:xfrm>
              <a:off x="4027425" y="3655664"/>
              <a:ext cx="278130" cy="441325"/>
            </a:xfrm>
            <a:custGeom>
              <a:avLst/>
              <a:gdLst/>
              <a:ahLst/>
              <a:cxnLst/>
              <a:rect l="l" t="t" r="r" b="b"/>
              <a:pathLst>
                <a:path w="278129" h="441325">
                  <a:moveTo>
                    <a:pt x="0" y="302079"/>
                  </a:moveTo>
                  <a:lnTo>
                    <a:pt x="69396" y="302079"/>
                  </a:lnTo>
                  <a:lnTo>
                    <a:pt x="69396" y="0"/>
                  </a:lnTo>
                  <a:lnTo>
                    <a:pt x="208189" y="0"/>
                  </a:lnTo>
                  <a:lnTo>
                    <a:pt x="208189" y="302079"/>
                  </a:lnTo>
                  <a:lnTo>
                    <a:pt x="277586" y="302079"/>
                  </a:lnTo>
                  <a:lnTo>
                    <a:pt x="138793" y="440872"/>
                  </a:lnTo>
                  <a:lnTo>
                    <a:pt x="0" y="30207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4"/>
          <p:cNvGrpSpPr/>
          <p:nvPr/>
        </p:nvGrpSpPr>
        <p:grpSpPr>
          <a:xfrm>
            <a:off x="9538769" y="3214408"/>
            <a:ext cx="1405890" cy="1638300"/>
            <a:chOff x="10650019" y="3140748"/>
            <a:chExt cx="1405890" cy="1638300"/>
          </a:xfrm>
        </p:grpSpPr>
        <p:sp>
          <p:nvSpPr>
            <p:cNvPr id="17" name="object 15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1367680" y="0"/>
                  </a:moveTo>
                  <a:lnTo>
                    <a:pt x="0" y="0"/>
                  </a:lnTo>
                  <a:lnTo>
                    <a:pt x="0" y="1600001"/>
                  </a:lnTo>
                  <a:lnTo>
                    <a:pt x="1367680" y="1600001"/>
                  </a:lnTo>
                  <a:lnTo>
                    <a:pt x="136768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6"/>
            <p:cNvSpPr/>
            <p:nvPr/>
          </p:nvSpPr>
          <p:spPr>
            <a:xfrm>
              <a:off x="10669069" y="3159798"/>
              <a:ext cx="1367790" cy="1600200"/>
            </a:xfrm>
            <a:custGeom>
              <a:avLst/>
              <a:gdLst/>
              <a:ahLst/>
              <a:cxnLst/>
              <a:rect l="l" t="t" r="r" b="b"/>
              <a:pathLst>
                <a:path w="1367790" h="1600200">
                  <a:moveTo>
                    <a:pt x="0" y="0"/>
                  </a:moveTo>
                  <a:lnTo>
                    <a:pt x="1367680" y="0"/>
                  </a:lnTo>
                  <a:lnTo>
                    <a:pt x="1367680" y="1600002"/>
                  </a:lnTo>
                  <a:lnTo>
                    <a:pt x="0" y="160000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7"/>
          <p:cNvSpPr txBox="1"/>
          <p:nvPr/>
        </p:nvSpPr>
        <p:spPr>
          <a:xfrm>
            <a:off x="9713403" y="3255263"/>
            <a:ext cx="105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Page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cache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0" name="object 18"/>
          <p:cNvGrpSpPr/>
          <p:nvPr/>
        </p:nvGrpSpPr>
        <p:grpSpPr>
          <a:xfrm>
            <a:off x="6137099" y="3631303"/>
            <a:ext cx="4564380" cy="2480310"/>
            <a:chOff x="7248349" y="3557643"/>
            <a:chExt cx="4564380" cy="2480310"/>
          </a:xfrm>
        </p:grpSpPr>
        <p:sp>
          <p:nvSpPr>
            <p:cNvPr id="21" name="object 19"/>
            <p:cNvSpPr/>
            <p:nvPr/>
          </p:nvSpPr>
          <p:spPr>
            <a:xfrm>
              <a:off x="10861226" y="35766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0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1"/>
            <p:cNvSpPr/>
            <p:nvPr/>
          </p:nvSpPr>
          <p:spPr>
            <a:xfrm>
              <a:off x="11013626" y="37290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2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3"/>
            <p:cNvSpPr/>
            <p:nvPr/>
          </p:nvSpPr>
          <p:spPr>
            <a:xfrm>
              <a:off x="11166026" y="38814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4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5"/>
            <p:cNvSpPr/>
            <p:nvPr/>
          </p:nvSpPr>
          <p:spPr>
            <a:xfrm>
              <a:off x="11318426" y="40338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6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322600" y="0"/>
                  </a:moveTo>
                  <a:lnTo>
                    <a:pt x="0" y="0"/>
                  </a:lnTo>
                  <a:lnTo>
                    <a:pt x="0" y="450595"/>
                  </a:lnTo>
                  <a:lnTo>
                    <a:pt x="322600" y="450595"/>
                  </a:lnTo>
                  <a:lnTo>
                    <a:pt x="32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7"/>
            <p:cNvSpPr/>
            <p:nvPr/>
          </p:nvSpPr>
          <p:spPr>
            <a:xfrm>
              <a:off x="11470826" y="4186293"/>
              <a:ext cx="323215" cy="450850"/>
            </a:xfrm>
            <a:custGeom>
              <a:avLst/>
              <a:gdLst/>
              <a:ahLst/>
              <a:cxnLst/>
              <a:rect l="l" t="t" r="r" b="b"/>
              <a:pathLst>
                <a:path w="323215" h="450850">
                  <a:moveTo>
                    <a:pt x="0" y="0"/>
                  </a:moveTo>
                  <a:lnTo>
                    <a:pt x="322600" y="0"/>
                  </a:lnTo>
                  <a:lnTo>
                    <a:pt x="322600" y="450597"/>
                  </a:lnTo>
                  <a:lnTo>
                    <a:pt x="0" y="45059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8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2291333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2291333" y="450000"/>
                  </a:lnTo>
                  <a:lnTo>
                    <a:pt x="2291333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9"/>
            <p:cNvSpPr/>
            <p:nvPr/>
          </p:nvSpPr>
          <p:spPr>
            <a:xfrm>
              <a:off x="7300652" y="5488829"/>
              <a:ext cx="2291715" cy="450215"/>
            </a:xfrm>
            <a:custGeom>
              <a:avLst/>
              <a:gdLst/>
              <a:ahLst/>
              <a:cxnLst/>
              <a:rect l="l" t="t" r="r" b="b"/>
              <a:pathLst>
                <a:path w="2291715" h="450214">
                  <a:moveTo>
                    <a:pt x="0" y="0"/>
                  </a:moveTo>
                  <a:lnTo>
                    <a:pt x="2291334" y="0"/>
                  </a:lnTo>
                  <a:lnTo>
                    <a:pt x="2291334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0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1"/>
            <p:cNvSpPr/>
            <p:nvPr/>
          </p:nvSpPr>
          <p:spPr>
            <a:xfrm>
              <a:off x="7267399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2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3"/>
            <p:cNvSpPr/>
            <p:nvPr/>
          </p:nvSpPr>
          <p:spPr>
            <a:xfrm>
              <a:off x="7307432" y="4541133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4"/>
            <p:cNvSpPr/>
            <p:nvPr/>
          </p:nvSpPr>
          <p:spPr>
            <a:xfrm>
              <a:off x="7297098" y="4983091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29" h="506095">
                  <a:moveTo>
                    <a:pt x="0" y="377996"/>
                  </a:moveTo>
                  <a:lnTo>
                    <a:pt x="3553" y="505738"/>
                  </a:lnTo>
                  <a:lnTo>
                    <a:pt x="102123" y="427435"/>
                  </a:lnTo>
                  <a:lnTo>
                    <a:pt x="61034" y="427435"/>
                  </a:lnTo>
                  <a:lnTo>
                    <a:pt x="26496" y="411350"/>
                  </a:lnTo>
                  <a:lnTo>
                    <a:pt x="34538" y="394081"/>
                  </a:lnTo>
                  <a:lnTo>
                    <a:pt x="0" y="377996"/>
                  </a:lnTo>
                  <a:close/>
                </a:path>
                <a:path w="252729" h="506095">
                  <a:moveTo>
                    <a:pt x="34538" y="394081"/>
                  </a:moveTo>
                  <a:lnTo>
                    <a:pt x="26496" y="411350"/>
                  </a:lnTo>
                  <a:lnTo>
                    <a:pt x="61034" y="427435"/>
                  </a:lnTo>
                  <a:lnTo>
                    <a:pt x="69077" y="410165"/>
                  </a:lnTo>
                  <a:lnTo>
                    <a:pt x="34538" y="394081"/>
                  </a:lnTo>
                  <a:close/>
                </a:path>
                <a:path w="252729" h="506095">
                  <a:moveTo>
                    <a:pt x="69077" y="410165"/>
                  </a:moveTo>
                  <a:lnTo>
                    <a:pt x="61034" y="427435"/>
                  </a:lnTo>
                  <a:lnTo>
                    <a:pt x="102123" y="427435"/>
                  </a:lnTo>
                  <a:lnTo>
                    <a:pt x="103615" y="426250"/>
                  </a:lnTo>
                  <a:lnTo>
                    <a:pt x="69077" y="410165"/>
                  </a:lnTo>
                  <a:close/>
                </a:path>
                <a:path w="252729" h="506095">
                  <a:moveTo>
                    <a:pt x="218065" y="0"/>
                  </a:moveTo>
                  <a:lnTo>
                    <a:pt x="34538" y="394081"/>
                  </a:lnTo>
                  <a:lnTo>
                    <a:pt x="69077" y="410165"/>
                  </a:lnTo>
                  <a:lnTo>
                    <a:pt x="252602" y="16084"/>
                  </a:lnTo>
                  <a:lnTo>
                    <a:pt x="2180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5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6"/>
            <p:cNvSpPr/>
            <p:nvPr/>
          </p:nvSpPr>
          <p:spPr>
            <a:xfrm>
              <a:off x="771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7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38"/>
            <p:cNvSpPr/>
            <p:nvPr/>
          </p:nvSpPr>
          <p:spPr>
            <a:xfrm>
              <a:off x="816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39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49999" y="449999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0"/>
            <p:cNvSpPr/>
            <p:nvPr/>
          </p:nvSpPr>
          <p:spPr>
            <a:xfrm>
              <a:off x="8611303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1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450000" y="449999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2"/>
            <p:cNvSpPr/>
            <p:nvPr/>
          </p:nvSpPr>
          <p:spPr>
            <a:xfrm>
              <a:off x="9061302" y="5568816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3"/>
            <p:cNvSpPr/>
            <p:nvPr/>
          </p:nvSpPr>
          <p:spPr>
            <a:xfrm>
              <a:off x="8836303" y="4259192"/>
              <a:ext cx="2482215" cy="1310005"/>
            </a:xfrm>
            <a:custGeom>
              <a:avLst/>
              <a:gdLst/>
              <a:ahLst/>
              <a:cxnLst/>
              <a:rect l="l" t="t" r="r" b="b"/>
              <a:pathLst>
                <a:path w="2482215" h="1310004">
                  <a:moveTo>
                    <a:pt x="0" y="1309624"/>
                  </a:moveTo>
                  <a:lnTo>
                    <a:pt x="3488" y="1249198"/>
                  </a:lnTo>
                  <a:lnTo>
                    <a:pt x="13810" y="1188888"/>
                  </a:lnTo>
                  <a:lnTo>
                    <a:pt x="30748" y="1128806"/>
                  </a:lnTo>
                  <a:lnTo>
                    <a:pt x="54084" y="1069067"/>
                  </a:lnTo>
                  <a:lnTo>
                    <a:pt x="83603" y="1009787"/>
                  </a:lnTo>
                  <a:lnTo>
                    <a:pt x="119087" y="951078"/>
                  </a:lnTo>
                  <a:lnTo>
                    <a:pt x="160320" y="893056"/>
                  </a:lnTo>
                  <a:lnTo>
                    <a:pt x="207083" y="835836"/>
                  </a:lnTo>
                  <a:lnTo>
                    <a:pt x="259162" y="779531"/>
                  </a:lnTo>
                  <a:lnTo>
                    <a:pt x="287126" y="751758"/>
                  </a:lnTo>
                  <a:lnTo>
                    <a:pt x="316338" y="724256"/>
                  </a:lnTo>
                  <a:lnTo>
                    <a:pt x="346769" y="697041"/>
                  </a:lnTo>
                  <a:lnTo>
                    <a:pt x="378394" y="670126"/>
                  </a:lnTo>
                  <a:lnTo>
                    <a:pt x="411185" y="643526"/>
                  </a:lnTo>
                  <a:lnTo>
                    <a:pt x="445114" y="617254"/>
                  </a:lnTo>
                  <a:lnTo>
                    <a:pt x="480155" y="591327"/>
                  </a:lnTo>
                  <a:lnTo>
                    <a:pt x="516281" y="565757"/>
                  </a:lnTo>
                  <a:lnTo>
                    <a:pt x="553465" y="540558"/>
                  </a:lnTo>
                  <a:lnTo>
                    <a:pt x="591678" y="515746"/>
                  </a:lnTo>
                  <a:lnTo>
                    <a:pt x="630895" y="491335"/>
                  </a:lnTo>
                  <a:lnTo>
                    <a:pt x="671088" y="467339"/>
                  </a:lnTo>
                  <a:lnTo>
                    <a:pt x="712230" y="443771"/>
                  </a:lnTo>
                  <a:lnTo>
                    <a:pt x="754294" y="420648"/>
                  </a:lnTo>
                  <a:lnTo>
                    <a:pt x="797253" y="397982"/>
                  </a:lnTo>
                  <a:lnTo>
                    <a:pt x="841079" y="375788"/>
                  </a:lnTo>
                  <a:lnTo>
                    <a:pt x="885746" y="354080"/>
                  </a:lnTo>
                  <a:lnTo>
                    <a:pt x="931226" y="332874"/>
                  </a:lnTo>
                  <a:lnTo>
                    <a:pt x="977493" y="312182"/>
                  </a:lnTo>
                  <a:lnTo>
                    <a:pt x="1024519" y="292020"/>
                  </a:lnTo>
                  <a:lnTo>
                    <a:pt x="1072277" y="272401"/>
                  </a:lnTo>
                  <a:lnTo>
                    <a:pt x="1120740" y="253340"/>
                  </a:lnTo>
                  <a:lnTo>
                    <a:pt x="1169881" y="234852"/>
                  </a:lnTo>
                  <a:lnTo>
                    <a:pt x="1219673" y="216950"/>
                  </a:lnTo>
                  <a:lnTo>
                    <a:pt x="1270088" y="199649"/>
                  </a:lnTo>
                  <a:lnTo>
                    <a:pt x="1321100" y="182963"/>
                  </a:lnTo>
                  <a:lnTo>
                    <a:pt x="1372681" y="166906"/>
                  </a:lnTo>
                  <a:lnTo>
                    <a:pt x="1424804" y="151494"/>
                  </a:lnTo>
                  <a:lnTo>
                    <a:pt x="1477443" y="136739"/>
                  </a:lnTo>
                  <a:lnTo>
                    <a:pt x="1530570" y="122657"/>
                  </a:lnTo>
                  <a:lnTo>
                    <a:pt x="1584157" y="109261"/>
                  </a:lnTo>
                  <a:lnTo>
                    <a:pt x="1638179" y="96567"/>
                  </a:lnTo>
                  <a:lnTo>
                    <a:pt x="1692607" y="84588"/>
                  </a:lnTo>
                  <a:lnTo>
                    <a:pt x="1747415" y="73338"/>
                  </a:lnTo>
                  <a:lnTo>
                    <a:pt x="1802575" y="62833"/>
                  </a:lnTo>
                  <a:lnTo>
                    <a:pt x="1858061" y="53085"/>
                  </a:lnTo>
                  <a:lnTo>
                    <a:pt x="1913845" y="44111"/>
                  </a:lnTo>
                  <a:lnTo>
                    <a:pt x="1969900" y="35923"/>
                  </a:lnTo>
                  <a:lnTo>
                    <a:pt x="2026199" y="28536"/>
                  </a:lnTo>
                  <a:lnTo>
                    <a:pt x="2082715" y="21964"/>
                  </a:lnTo>
                  <a:lnTo>
                    <a:pt x="2139421" y="16223"/>
                  </a:lnTo>
                  <a:lnTo>
                    <a:pt x="2196289" y="11325"/>
                  </a:lnTo>
                  <a:lnTo>
                    <a:pt x="2253294" y="7286"/>
                  </a:lnTo>
                  <a:lnTo>
                    <a:pt x="2310406" y="4120"/>
                  </a:lnTo>
                  <a:lnTo>
                    <a:pt x="2367600" y="1840"/>
                  </a:lnTo>
                  <a:lnTo>
                    <a:pt x="2424848" y="462"/>
                  </a:lnTo>
                  <a:lnTo>
                    <a:pt x="24821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4"/>
            <p:cNvSpPr/>
            <p:nvPr/>
          </p:nvSpPr>
          <p:spPr>
            <a:xfrm>
              <a:off x="9286302" y="4411592"/>
              <a:ext cx="2185035" cy="1157605"/>
            </a:xfrm>
            <a:custGeom>
              <a:avLst/>
              <a:gdLst/>
              <a:ahLst/>
              <a:cxnLst/>
              <a:rect l="l" t="t" r="r" b="b"/>
              <a:pathLst>
                <a:path w="2185034" h="1157604">
                  <a:moveTo>
                    <a:pt x="0" y="1157224"/>
                  </a:moveTo>
                  <a:lnTo>
                    <a:pt x="3987" y="1096342"/>
                  </a:lnTo>
                  <a:lnTo>
                    <a:pt x="15759" y="1035610"/>
                  </a:lnTo>
                  <a:lnTo>
                    <a:pt x="35033" y="975178"/>
                  </a:lnTo>
                  <a:lnTo>
                    <a:pt x="61527" y="915197"/>
                  </a:lnTo>
                  <a:lnTo>
                    <a:pt x="94957" y="855815"/>
                  </a:lnTo>
                  <a:lnTo>
                    <a:pt x="135039" y="797183"/>
                  </a:lnTo>
                  <a:lnTo>
                    <a:pt x="181492" y="739451"/>
                  </a:lnTo>
                  <a:lnTo>
                    <a:pt x="207018" y="710969"/>
                  </a:lnTo>
                  <a:lnTo>
                    <a:pt x="234031" y="682768"/>
                  </a:lnTo>
                  <a:lnTo>
                    <a:pt x="262494" y="654868"/>
                  </a:lnTo>
                  <a:lnTo>
                    <a:pt x="292373" y="627286"/>
                  </a:lnTo>
                  <a:lnTo>
                    <a:pt x="323633" y="600041"/>
                  </a:lnTo>
                  <a:lnTo>
                    <a:pt x="356237" y="573153"/>
                  </a:lnTo>
                  <a:lnTo>
                    <a:pt x="390150" y="546639"/>
                  </a:lnTo>
                  <a:lnTo>
                    <a:pt x="425337" y="520520"/>
                  </a:lnTo>
                  <a:lnTo>
                    <a:pt x="461763" y="494812"/>
                  </a:lnTo>
                  <a:lnTo>
                    <a:pt x="499392" y="469536"/>
                  </a:lnTo>
                  <a:lnTo>
                    <a:pt x="538189" y="444710"/>
                  </a:lnTo>
                  <a:lnTo>
                    <a:pt x="578118" y="420352"/>
                  </a:lnTo>
                  <a:lnTo>
                    <a:pt x="619144" y="396482"/>
                  </a:lnTo>
                  <a:lnTo>
                    <a:pt x="661232" y="373118"/>
                  </a:lnTo>
                  <a:lnTo>
                    <a:pt x="704346" y="350279"/>
                  </a:lnTo>
                  <a:lnTo>
                    <a:pt x="748451" y="327983"/>
                  </a:lnTo>
                  <a:lnTo>
                    <a:pt x="793512" y="306250"/>
                  </a:lnTo>
                  <a:lnTo>
                    <a:pt x="839492" y="285098"/>
                  </a:lnTo>
                  <a:lnTo>
                    <a:pt x="886358" y="264546"/>
                  </a:lnTo>
                  <a:lnTo>
                    <a:pt x="934072" y="244613"/>
                  </a:lnTo>
                  <a:lnTo>
                    <a:pt x="982601" y="225316"/>
                  </a:lnTo>
                  <a:lnTo>
                    <a:pt x="1031908" y="206676"/>
                  </a:lnTo>
                  <a:lnTo>
                    <a:pt x="1081958" y="188711"/>
                  </a:lnTo>
                  <a:lnTo>
                    <a:pt x="1132716" y="171440"/>
                  </a:lnTo>
                  <a:lnTo>
                    <a:pt x="1184146" y="154881"/>
                  </a:lnTo>
                  <a:lnTo>
                    <a:pt x="1236213" y="139053"/>
                  </a:lnTo>
                  <a:lnTo>
                    <a:pt x="1288882" y="123974"/>
                  </a:lnTo>
                  <a:lnTo>
                    <a:pt x="1342117" y="109665"/>
                  </a:lnTo>
                  <a:lnTo>
                    <a:pt x="1395883" y="96143"/>
                  </a:lnTo>
                  <a:lnTo>
                    <a:pt x="1450144" y="83426"/>
                  </a:lnTo>
                  <a:lnTo>
                    <a:pt x="1504866" y="71535"/>
                  </a:lnTo>
                  <a:lnTo>
                    <a:pt x="1560012" y="60487"/>
                  </a:lnTo>
                  <a:lnTo>
                    <a:pt x="1615547" y="50302"/>
                  </a:lnTo>
                  <a:lnTo>
                    <a:pt x="1671436" y="40997"/>
                  </a:lnTo>
                  <a:lnTo>
                    <a:pt x="1727643" y="32593"/>
                  </a:lnTo>
                  <a:lnTo>
                    <a:pt x="1784134" y="25107"/>
                  </a:lnTo>
                  <a:lnTo>
                    <a:pt x="1840873" y="18558"/>
                  </a:lnTo>
                  <a:lnTo>
                    <a:pt x="1897823" y="12966"/>
                  </a:lnTo>
                  <a:lnTo>
                    <a:pt x="1954951" y="8348"/>
                  </a:lnTo>
                  <a:lnTo>
                    <a:pt x="2012220" y="4724"/>
                  </a:lnTo>
                  <a:lnTo>
                    <a:pt x="2069596" y="2112"/>
                  </a:lnTo>
                  <a:lnTo>
                    <a:pt x="2127042" y="531"/>
                  </a:lnTo>
                  <a:lnTo>
                    <a:pt x="218452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5"/>
          <p:cNvSpPr txBox="1"/>
          <p:nvPr/>
        </p:nvSpPr>
        <p:spPr>
          <a:xfrm>
            <a:off x="7481455" y="4782312"/>
            <a:ext cx="190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physical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pages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7"/>
          <p:cNvSpPr txBox="1"/>
          <p:nvPr/>
        </p:nvSpPr>
        <p:spPr>
          <a:xfrm>
            <a:off x="1451894" y="6323346"/>
            <a:ext cx="2283460" cy="30480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compressed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8"/>
          <p:cNvSpPr txBox="1"/>
          <p:nvPr/>
        </p:nvSpPr>
        <p:spPr>
          <a:xfrm>
            <a:off x="114300" y="1125855"/>
            <a:ext cx="12077700" cy="19615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69620" indent="-475615">
              <a:lnSpc>
                <a:spcPts val="3075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统计待解压块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分配临时物理页或复用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</a:rPr>
              <a:t> VFS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</a:rPr>
              <a:t>页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.</a:t>
            </a:r>
            <a:endParaRPr sz="2800" spc="-20" dirty="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通过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 vmap()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分配连续虚拟区间并映射物理页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对</a:t>
            </a:r>
            <a:r>
              <a:rPr sz="2800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，将压缩块复制到临时的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P</a:t>
            </a:r>
            <a:r>
              <a:rPr lang="en-US" altLang="zh-CN" sz="2800" spc="-10" dirty="0">
                <a:latin typeface="Calibri" panose="020F0502020204030204"/>
                <a:cs typeface="Calibri" panose="020F0502020204030204"/>
                <a:sym typeface="+mn-ea"/>
              </a:rPr>
              <a:t>er-CPU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页面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 spc="-10" dirty="0">
              <a:latin typeface="Calibri" panose="020F0502020204030204"/>
              <a:cs typeface="Calibri" panose="020F0502020204030204"/>
              <a:sym typeface="+mn-ea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  <a:sym typeface="+mn-ea"/>
              </a:rPr>
              <a:t>解压到该虚拟区间</a:t>
            </a:r>
            <a:r>
              <a:rPr sz="2800" spc="-10" dirty="0">
                <a:latin typeface="Calibri" panose="020F0502020204030204"/>
                <a:cs typeface="Calibri" panose="020F0502020204030204"/>
                <a:sym typeface="+mn-ea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endParaRPr sz="2800">
              <a:latin typeface="Calibri" panose="020F0502020204030204"/>
              <a:cs typeface="Calibri" panose="020F0502020204030204"/>
            </a:endParaRPr>
          </a:p>
          <a:p>
            <a:pPr marL="769620" indent="-475615">
              <a:lnSpc>
                <a:spcPts val="3000"/>
              </a:lnSpc>
              <a:buAutoNum type="arabicPeriod"/>
              <a:tabLst>
                <a:tab pos="769620" algn="l"/>
              </a:tabLst>
            </a:pP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解压缩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189355"/>
            <a:ext cx="5612130" cy="276415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445250" y="1189355"/>
            <a:ext cx="5556885" cy="276415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object 19"/>
          <p:cNvSpPr txBox="1"/>
          <p:nvPr/>
        </p:nvSpPr>
        <p:spPr>
          <a:xfrm>
            <a:off x="339090" y="1189355"/>
            <a:ext cx="4113530" cy="6610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Vmap</a:t>
            </a:r>
            <a:r>
              <a:rPr sz="3600" b="1" u="heavy" spc="-14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3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解压</a:t>
            </a:r>
            <a:endParaRPr lang="zh-CN" altLang="en-US" sz="3600" b="1" u="heavy" spc="-10" dirty="0">
              <a:uFill>
                <a:solidFill>
                  <a:srgbClr val="000000"/>
                </a:solidFill>
              </a:u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045" y="2177415"/>
            <a:ext cx="1151826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315" indent="-475615">
              <a:lnSpc>
                <a:spcPts val="3180"/>
              </a:lnSpc>
              <a:spcBef>
                <a:spcPts val="100"/>
              </a:spcBef>
              <a:buFont typeface="Segoe UI Symbol" panose="020B0502040204020203"/>
              <a:buChar char="✓"/>
              <a:tabLst>
                <a:tab pos="488315" algn="l"/>
                <a:tab pos="6108065" algn="l"/>
                <a:tab pos="658431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For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all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cases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解压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 &lt;4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页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0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频繁</a:t>
            </a:r>
            <a:r>
              <a:rPr sz="28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vmap/vunmap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vmap/vunmap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5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物理页分配不受限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新增物理页分配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23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sz="2800" b="0" u="none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b="0" u="none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b="0" u="none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0" u="none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en-US" altLang="zh-CN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需数据复制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0" u="none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b="0" u="none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b="0" u="none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0" u="none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数据复制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2250" y="1189355"/>
            <a:ext cx="5858510" cy="8464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ts val="4215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Buffer</a:t>
            </a:r>
            <a:r>
              <a:rPr sz="3600" b="1" u="heavy" spc="-13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3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解压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294005">
              <a:lnSpc>
                <a:spcPts val="3255"/>
              </a:lnSpc>
            </a:pPr>
            <a:r>
              <a:rPr lang="zh-CN" altLang="en-US" sz="2800">
                <a:latin typeface="Calibri" panose="020F0502020204030204"/>
                <a:cs typeface="Calibri" panose="020F0502020204030204"/>
              </a:rPr>
              <a:t>预分配每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 CPU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四页缓冲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3"/>
          <p:cNvGrpSpPr/>
          <p:nvPr/>
        </p:nvGrpSpPr>
        <p:grpSpPr>
          <a:xfrm>
            <a:off x="1062631" y="4359043"/>
            <a:ext cx="2915285" cy="1563370"/>
            <a:chOff x="813711" y="3925338"/>
            <a:chExt cx="2915285" cy="1563370"/>
          </a:xfrm>
        </p:grpSpPr>
        <p:sp>
          <p:nvSpPr>
            <p:cNvPr id="6" name="object 4"/>
            <p:cNvSpPr/>
            <p:nvPr/>
          </p:nvSpPr>
          <p:spPr>
            <a:xfrm>
              <a:off x="825979" y="4892084"/>
              <a:ext cx="2896235" cy="450215"/>
            </a:xfrm>
            <a:custGeom>
              <a:avLst/>
              <a:gdLst/>
              <a:ahLst/>
              <a:cxnLst/>
              <a:rect l="l" t="t" r="r" b="b"/>
              <a:pathLst>
                <a:path w="2896235" h="450214">
                  <a:moveTo>
                    <a:pt x="2896099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2896099" y="450000"/>
                  </a:lnTo>
                  <a:lnTo>
                    <a:pt x="2896099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5"/>
            <p:cNvSpPr/>
            <p:nvPr/>
          </p:nvSpPr>
          <p:spPr>
            <a:xfrm>
              <a:off x="825979" y="4892084"/>
              <a:ext cx="2896235" cy="450215"/>
            </a:xfrm>
            <a:custGeom>
              <a:avLst/>
              <a:gdLst/>
              <a:ahLst/>
              <a:cxnLst/>
              <a:rect l="l" t="t" r="r" b="b"/>
              <a:pathLst>
                <a:path w="2896235" h="450214">
                  <a:moveTo>
                    <a:pt x="0" y="0"/>
                  </a:moveTo>
                  <a:lnTo>
                    <a:pt x="2896099" y="0"/>
                  </a:lnTo>
                  <a:lnTo>
                    <a:pt x="2896099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6"/>
            <p:cNvSpPr/>
            <p:nvPr/>
          </p:nvSpPr>
          <p:spPr>
            <a:xfrm>
              <a:off x="832761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7"/>
            <p:cNvSpPr/>
            <p:nvPr/>
          </p:nvSpPr>
          <p:spPr>
            <a:xfrm>
              <a:off x="832761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8"/>
            <p:cNvSpPr/>
            <p:nvPr/>
          </p:nvSpPr>
          <p:spPr>
            <a:xfrm>
              <a:off x="832761" y="3944388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9"/>
            <p:cNvSpPr/>
            <p:nvPr/>
          </p:nvSpPr>
          <p:spPr>
            <a:xfrm>
              <a:off x="832761" y="3944388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0"/>
            <p:cNvSpPr/>
            <p:nvPr/>
          </p:nvSpPr>
          <p:spPr>
            <a:xfrm>
              <a:off x="822427" y="4386346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30" h="506095">
                  <a:moveTo>
                    <a:pt x="0" y="377996"/>
                  </a:moveTo>
                  <a:lnTo>
                    <a:pt x="3553" y="505738"/>
                  </a:lnTo>
                  <a:lnTo>
                    <a:pt x="102124" y="427435"/>
                  </a:lnTo>
                  <a:lnTo>
                    <a:pt x="61034" y="427435"/>
                  </a:lnTo>
                  <a:lnTo>
                    <a:pt x="26496" y="411350"/>
                  </a:lnTo>
                  <a:lnTo>
                    <a:pt x="34538" y="394081"/>
                  </a:lnTo>
                  <a:lnTo>
                    <a:pt x="0" y="377996"/>
                  </a:lnTo>
                  <a:close/>
                </a:path>
                <a:path w="252730" h="506095">
                  <a:moveTo>
                    <a:pt x="34538" y="394081"/>
                  </a:moveTo>
                  <a:lnTo>
                    <a:pt x="26496" y="411350"/>
                  </a:lnTo>
                  <a:lnTo>
                    <a:pt x="61034" y="427435"/>
                  </a:lnTo>
                  <a:lnTo>
                    <a:pt x="69076" y="410166"/>
                  </a:lnTo>
                  <a:lnTo>
                    <a:pt x="34538" y="394081"/>
                  </a:lnTo>
                  <a:close/>
                </a:path>
                <a:path w="252730" h="506095">
                  <a:moveTo>
                    <a:pt x="69076" y="410166"/>
                  </a:moveTo>
                  <a:lnTo>
                    <a:pt x="61034" y="427435"/>
                  </a:lnTo>
                  <a:lnTo>
                    <a:pt x="102124" y="427435"/>
                  </a:lnTo>
                  <a:lnTo>
                    <a:pt x="103614" y="426251"/>
                  </a:lnTo>
                  <a:lnTo>
                    <a:pt x="69076" y="410166"/>
                  </a:lnTo>
                  <a:close/>
                </a:path>
                <a:path w="252730" h="506095">
                  <a:moveTo>
                    <a:pt x="218064" y="0"/>
                  </a:moveTo>
                  <a:lnTo>
                    <a:pt x="34538" y="394081"/>
                  </a:lnTo>
                  <a:lnTo>
                    <a:pt x="69076" y="410166"/>
                  </a:lnTo>
                  <a:lnTo>
                    <a:pt x="252603" y="16084"/>
                  </a:lnTo>
                  <a:lnTo>
                    <a:pt x="2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1"/>
            <p:cNvSpPr/>
            <p:nvPr/>
          </p:nvSpPr>
          <p:spPr>
            <a:xfrm>
              <a:off x="1282283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2"/>
            <p:cNvSpPr/>
            <p:nvPr/>
          </p:nvSpPr>
          <p:spPr>
            <a:xfrm>
              <a:off x="1282283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3"/>
            <p:cNvSpPr/>
            <p:nvPr/>
          </p:nvSpPr>
          <p:spPr>
            <a:xfrm>
              <a:off x="1731806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49999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49999" y="450000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4"/>
            <p:cNvSpPr/>
            <p:nvPr/>
          </p:nvSpPr>
          <p:spPr>
            <a:xfrm>
              <a:off x="1731806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5"/>
            <p:cNvSpPr/>
            <p:nvPr/>
          </p:nvSpPr>
          <p:spPr>
            <a:xfrm>
              <a:off x="2181327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16"/>
            <p:cNvSpPr/>
            <p:nvPr/>
          </p:nvSpPr>
          <p:spPr>
            <a:xfrm>
              <a:off x="2181327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17"/>
            <p:cNvSpPr/>
            <p:nvPr/>
          </p:nvSpPr>
          <p:spPr>
            <a:xfrm>
              <a:off x="2630371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18"/>
            <p:cNvSpPr/>
            <p:nvPr/>
          </p:nvSpPr>
          <p:spPr>
            <a:xfrm>
              <a:off x="2630371" y="5019639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4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2"/>
          <p:cNvGrpSpPr/>
          <p:nvPr/>
        </p:nvGrpSpPr>
        <p:grpSpPr>
          <a:xfrm>
            <a:off x="7825156" y="4402316"/>
            <a:ext cx="2409825" cy="1475740"/>
            <a:chOff x="7620051" y="3922891"/>
            <a:chExt cx="2409825" cy="1475740"/>
          </a:xfrm>
        </p:grpSpPr>
        <p:sp>
          <p:nvSpPr>
            <p:cNvPr id="26" name="object 23"/>
            <p:cNvSpPr/>
            <p:nvPr/>
          </p:nvSpPr>
          <p:spPr>
            <a:xfrm>
              <a:off x="7632320" y="4889638"/>
              <a:ext cx="1805939" cy="450215"/>
            </a:xfrm>
            <a:custGeom>
              <a:avLst/>
              <a:gdLst/>
              <a:ahLst/>
              <a:cxnLst/>
              <a:rect l="l" t="t" r="r" b="b"/>
              <a:pathLst>
                <a:path w="1805940" h="450214">
                  <a:moveTo>
                    <a:pt x="1805825" y="0"/>
                  </a:moveTo>
                  <a:lnTo>
                    <a:pt x="0" y="0"/>
                  </a:lnTo>
                  <a:lnTo>
                    <a:pt x="0" y="449999"/>
                  </a:lnTo>
                  <a:lnTo>
                    <a:pt x="1805825" y="449999"/>
                  </a:lnTo>
                  <a:lnTo>
                    <a:pt x="1805825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4"/>
            <p:cNvSpPr/>
            <p:nvPr/>
          </p:nvSpPr>
          <p:spPr>
            <a:xfrm>
              <a:off x="7632320" y="4889638"/>
              <a:ext cx="1805939" cy="450215"/>
            </a:xfrm>
            <a:custGeom>
              <a:avLst/>
              <a:gdLst/>
              <a:ahLst/>
              <a:cxnLst/>
              <a:rect l="l" t="t" r="r" b="b"/>
              <a:pathLst>
                <a:path w="1805940" h="450214">
                  <a:moveTo>
                    <a:pt x="0" y="0"/>
                  </a:moveTo>
                  <a:lnTo>
                    <a:pt x="1805826" y="0"/>
                  </a:lnTo>
                  <a:lnTo>
                    <a:pt x="1805826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5"/>
            <p:cNvSpPr/>
            <p:nvPr/>
          </p:nvSpPr>
          <p:spPr>
            <a:xfrm>
              <a:off x="7639579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6"/>
            <p:cNvSpPr/>
            <p:nvPr/>
          </p:nvSpPr>
          <p:spPr>
            <a:xfrm>
              <a:off x="7639579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27"/>
            <p:cNvSpPr/>
            <p:nvPr/>
          </p:nvSpPr>
          <p:spPr>
            <a:xfrm>
              <a:off x="7639101" y="3941941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28"/>
            <p:cNvSpPr/>
            <p:nvPr/>
          </p:nvSpPr>
          <p:spPr>
            <a:xfrm>
              <a:off x="7639101" y="3941941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29"/>
            <p:cNvSpPr/>
            <p:nvPr/>
          </p:nvSpPr>
          <p:spPr>
            <a:xfrm>
              <a:off x="7628767" y="4383900"/>
              <a:ext cx="252729" cy="506095"/>
            </a:xfrm>
            <a:custGeom>
              <a:avLst/>
              <a:gdLst/>
              <a:ahLst/>
              <a:cxnLst/>
              <a:rect l="l" t="t" r="r" b="b"/>
              <a:pathLst>
                <a:path w="252729" h="506095">
                  <a:moveTo>
                    <a:pt x="0" y="377996"/>
                  </a:moveTo>
                  <a:lnTo>
                    <a:pt x="3552" y="505738"/>
                  </a:lnTo>
                  <a:lnTo>
                    <a:pt x="102124" y="427433"/>
                  </a:lnTo>
                  <a:lnTo>
                    <a:pt x="61033" y="427433"/>
                  </a:lnTo>
                  <a:lnTo>
                    <a:pt x="26496" y="411349"/>
                  </a:lnTo>
                  <a:lnTo>
                    <a:pt x="34537" y="394080"/>
                  </a:lnTo>
                  <a:lnTo>
                    <a:pt x="0" y="377996"/>
                  </a:lnTo>
                  <a:close/>
                </a:path>
                <a:path w="252729" h="506095">
                  <a:moveTo>
                    <a:pt x="34537" y="394080"/>
                  </a:moveTo>
                  <a:lnTo>
                    <a:pt x="26496" y="411349"/>
                  </a:lnTo>
                  <a:lnTo>
                    <a:pt x="61033" y="427433"/>
                  </a:lnTo>
                  <a:lnTo>
                    <a:pt x="69075" y="410165"/>
                  </a:lnTo>
                  <a:lnTo>
                    <a:pt x="34537" y="394080"/>
                  </a:lnTo>
                  <a:close/>
                </a:path>
                <a:path w="252729" h="506095">
                  <a:moveTo>
                    <a:pt x="69075" y="410165"/>
                  </a:moveTo>
                  <a:lnTo>
                    <a:pt x="61033" y="427433"/>
                  </a:lnTo>
                  <a:lnTo>
                    <a:pt x="102124" y="427433"/>
                  </a:lnTo>
                  <a:lnTo>
                    <a:pt x="103614" y="426250"/>
                  </a:lnTo>
                  <a:lnTo>
                    <a:pt x="69075" y="410165"/>
                  </a:lnTo>
                  <a:close/>
                </a:path>
                <a:path w="252729" h="506095">
                  <a:moveTo>
                    <a:pt x="218064" y="0"/>
                  </a:moveTo>
                  <a:lnTo>
                    <a:pt x="34537" y="394080"/>
                  </a:lnTo>
                  <a:lnTo>
                    <a:pt x="69075" y="410165"/>
                  </a:lnTo>
                  <a:lnTo>
                    <a:pt x="252603" y="16084"/>
                  </a:lnTo>
                  <a:lnTo>
                    <a:pt x="2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0"/>
            <p:cNvSpPr/>
            <p:nvPr/>
          </p:nvSpPr>
          <p:spPr>
            <a:xfrm>
              <a:off x="8089101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1"/>
            <p:cNvSpPr/>
            <p:nvPr/>
          </p:nvSpPr>
          <p:spPr>
            <a:xfrm>
              <a:off x="8089101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2"/>
            <p:cNvSpPr/>
            <p:nvPr/>
          </p:nvSpPr>
          <p:spPr>
            <a:xfrm>
              <a:off x="8538623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49999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49999" y="450000"/>
                  </a:lnTo>
                  <a:lnTo>
                    <a:pt x="449999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3"/>
            <p:cNvSpPr/>
            <p:nvPr/>
          </p:nvSpPr>
          <p:spPr>
            <a:xfrm>
              <a:off x="8538623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4"/>
            <p:cNvSpPr/>
            <p:nvPr/>
          </p:nvSpPr>
          <p:spPr>
            <a:xfrm>
              <a:off x="8988145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5"/>
            <p:cNvSpPr/>
            <p:nvPr/>
          </p:nvSpPr>
          <p:spPr>
            <a:xfrm>
              <a:off x="8988145" y="492931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6"/>
            <p:cNvSpPr/>
            <p:nvPr/>
          </p:nvSpPr>
          <p:spPr>
            <a:xfrm>
              <a:off x="9560671" y="423074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450000" y="0"/>
                  </a:moveTo>
                  <a:lnTo>
                    <a:pt x="0" y="0"/>
                  </a:lnTo>
                  <a:lnTo>
                    <a:pt x="0" y="450000"/>
                  </a:lnTo>
                  <a:lnTo>
                    <a:pt x="450000" y="450000"/>
                  </a:lnTo>
                  <a:lnTo>
                    <a:pt x="450000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37"/>
            <p:cNvSpPr/>
            <p:nvPr/>
          </p:nvSpPr>
          <p:spPr>
            <a:xfrm>
              <a:off x="9560671" y="4230747"/>
              <a:ext cx="450215" cy="450215"/>
            </a:xfrm>
            <a:custGeom>
              <a:avLst/>
              <a:gdLst/>
              <a:ahLst/>
              <a:cxnLst/>
              <a:rect l="l" t="t" r="r" b="b"/>
              <a:pathLst>
                <a:path w="450215" h="450214">
                  <a:moveTo>
                    <a:pt x="0" y="0"/>
                  </a:moveTo>
                  <a:lnTo>
                    <a:pt x="450000" y="0"/>
                  </a:lnTo>
                  <a:lnTo>
                    <a:pt x="450000" y="450000"/>
                  </a:lnTo>
                  <a:lnTo>
                    <a:pt x="0" y="4500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38"/>
            <p:cNvSpPr/>
            <p:nvPr/>
          </p:nvSpPr>
          <p:spPr>
            <a:xfrm>
              <a:off x="9194115" y="4431634"/>
              <a:ext cx="367030" cy="499109"/>
            </a:xfrm>
            <a:custGeom>
              <a:avLst/>
              <a:gdLst/>
              <a:ahLst/>
              <a:cxnLst/>
              <a:rect l="l" t="t" r="r" b="b"/>
              <a:pathLst>
                <a:path w="367029" h="499110">
                  <a:moveTo>
                    <a:pt x="251949" y="38767"/>
                  </a:moveTo>
                  <a:lnTo>
                    <a:pt x="197095" y="71320"/>
                  </a:lnTo>
                  <a:lnTo>
                    <a:pt x="166999" y="97792"/>
                  </a:lnTo>
                  <a:lnTo>
                    <a:pt x="138654" y="127741"/>
                  </a:lnTo>
                  <a:lnTo>
                    <a:pt x="112268" y="160816"/>
                  </a:lnTo>
                  <a:lnTo>
                    <a:pt x="88060" y="196677"/>
                  </a:lnTo>
                  <a:lnTo>
                    <a:pt x="66263" y="234986"/>
                  </a:lnTo>
                  <a:lnTo>
                    <a:pt x="47113" y="275412"/>
                  </a:lnTo>
                  <a:lnTo>
                    <a:pt x="30858" y="317624"/>
                  </a:lnTo>
                  <a:lnTo>
                    <a:pt x="17750" y="361290"/>
                  </a:lnTo>
                  <a:lnTo>
                    <a:pt x="8053" y="406082"/>
                  </a:lnTo>
                  <a:lnTo>
                    <a:pt x="2030" y="451665"/>
                  </a:lnTo>
                  <a:lnTo>
                    <a:pt x="0" y="496826"/>
                  </a:lnTo>
                  <a:lnTo>
                    <a:pt x="38061" y="498538"/>
                  </a:lnTo>
                  <a:lnTo>
                    <a:pt x="39982" y="455838"/>
                  </a:lnTo>
                  <a:lnTo>
                    <a:pt x="40055" y="454198"/>
                  </a:lnTo>
                  <a:lnTo>
                    <a:pt x="40461" y="451665"/>
                  </a:lnTo>
                  <a:lnTo>
                    <a:pt x="45519" y="413382"/>
                  </a:lnTo>
                  <a:lnTo>
                    <a:pt x="45621" y="412613"/>
                  </a:lnTo>
                  <a:lnTo>
                    <a:pt x="45722" y="411845"/>
                  </a:lnTo>
                  <a:lnTo>
                    <a:pt x="47035" y="406082"/>
                  </a:lnTo>
                  <a:lnTo>
                    <a:pt x="54829" y="370084"/>
                  </a:lnTo>
                  <a:lnTo>
                    <a:pt x="57530" y="361290"/>
                  </a:lnTo>
                  <a:lnTo>
                    <a:pt x="67142" y="329270"/>
                  </a:lnTo>
                  <a:lnTo>
                    <a:pt x="71685" y="317624"/>
                  </a:lnTo>
                  <a:lnTo>
                    <a:pt x="82412" y="289769"/>
                  </a:lnTo>
                  <a:lnTo>
                    <a:pt x="89272" y="275412"/>
                  </a:lnTo>
                  <a:lnTo>
                    <a:pt x="100389" y="251942"/>
                  </a:lnTo>
                  <a:lnTo>
                    <a:pt x="110098" y="234986"/>
                  </a:lnTo>
                  <a:lnTo>
                    <a:pt x="120815" y="216152"/>
                  </a:lnTo>
                  <a:lnTo>
                    <a:pt x="143422" y="182761"/>
                  </a:lnTo>
                  <a:lnTo>
                    <a:pt x="167935" y="152132"/>
                  </a:lnTo>
                  <a:lnTo>
                    <a:pt x="194072" y="124614"/>
                  </a:lnTo>
                  <a:lnTo>
                    <a:pt x="220184" y="101753"/>
                  </a:lnTo>
                  <a:lnTo>
                    <a:pt x="220037" y="101753"/>
                  </a:lnTo>
                  <a:lnTo>
                    <a:pt x="220822" y="101192"/>
                  </a:lnTo>
                  <a:lnTo>
                    <a:pt x="221538" y="100562"/>
                  </a:lnTo>
                  <a:lnTo>
                    <a:pt x="221703" y="100562"/>
                  </a:lnTo>
                  <a:lnTo>
                    <a:pt x="247104" y="82398"/>
                  </a:lnTo>
                  <a:lnTo>
                    <a:pt x="246268" y="82398"/>
                  </a:lnTo>
                  <a:lnTo>
                    <a:pt x="250029" y="80307"/>
                  </a:lnTo>
                  <a:lnTo>
                    <a:pt x="251294" y="80307"/>
                  </a:lnTo>
                  <a:lnTo>
                    <a:pt x="262327" y="75716"/>
                  </a:lnTo>
                  <a:lnTo>
                    <a:pt x="251949" y="38767"/>
                  </a:lnTo>
                  <a:close/>
                </a:path>
                <a:path w="367029" h="499110">
                  <a:moveTo>
                    <a:pt x="357564" y="32282"/>
                  </a:moveTo>
                  <a:lnTo>
                    <a:pt x="267535" y="32282"/>
                  </a:lnTo>
                  <a:lnTo>
                    <a:pt x="282173" y="67457"/>
                  </a:lnTo>
                  <a:lnTo>
                    <a:pt x="262327" y="75716"/>
                  </a:lnTo>
                  <a:lnTo>
                    <a:pt x="271967" y="110041"/>
                  </a:lnTo>
                  <a:lnTo>
                    <a:pt x="357564" y="32282"/>
                  </a:lnTo>
                  <a:close/>
                </a:path>
                <a:path w="367029" h="499110">
                  <a:moveTo>
                    <a:pt x="220822" y="101192"/>
                  </a:moveTo>
                  <a:lnTo>
                    <a:pt x="220037" y="101753"/>
                  </a:lnTo>
                  <a:lnTo>
                    <a:pt x="220184" y="101753"/>
                  </a:lnTo>
                  <a:lnTo>
                    <a:pt x="220822" y="101192"/>
                  </a:lnTo>
                  <a:close/>
                </a:path>
                <a:path w="367029" h="499110">
                  <a:moveTo>
                    <a:pt x="221703" y="100562"/>
                  </a:moveTo>
                  <a:lnTo>
                    <a:pt x="221538" y="100562"/>
                  </a:lnTo>
                  <a:lnTo>
                    <a:pt x="220822" y="101192"/>
                  </a:lnTo>
                  <a:lnTo>
                    <a:pt x="221703" y="100562"/>
                  </a:lnTo>
                  <a:close/>
                </a:path>
                <a:path w="367029" h="499110">
                  <a:moveTo>
                    <a:pt x="250029" y="80307"/>
                  </a:moveTo>
                  <a:lnTo>
                    <a:pt x="246268" y="82398"/>
                  </a:lnTo>
                  <a:lnTo>
                    <a:pt x="248269" y="81566"/>
                  </a:lnTo>
                  <a:lnTo>
                    <a:pt x="250029" y="80307"/>
                  </a:lnTo>
                  <a:close/>
                </a:path>
                <a:path w="367029" h="499110">
                  <a:moveTo>
                    <a:pt x="248269" y="81566"/>
                  </a:moveTo>
                  <a:lnTo>
                    <a:pt x="246268" y="82398"/>
                  </a:lnTo>
                  <a:lnTo>
                    <a:pt x="247104" y="82398"/>
                  </a:lnTo>
                  <a:lnTo>
                    <a:pt x="248269" y="81566"/>
                  </a:lnTo>
                  <a:close/>
                </a:path>
                <a:path w="367029" h="499110">
                  <a:moveTo>
                    <a:pt x="251294" y="80307"/>
                  </a:moveTo>
                  <a:lnTo>
                    <a:pt x="250029" y="80307"/>
                  </a:lnTo>
                  <a:lnTo>
                    <a:pt x="248269" y="81566"/>
                  </a:lnTo>
                  <a:lnTo>
                    <a:pt x="251294" y="80307"/>
                  </a:lnTo>
                  <a:close/>
                </a:path>
                <a:path w="367029" h="499110">
                  <a:moveTo>
                    <a:pt x="267535" y="32282"/>
                  </a:moveTo>
                  <a:lnTo>
                    <a:pt x="251949" y="38767"/>
                  </a:lnTo>
                  <a:lnTo>
                    <a:pt x="262327" y="75716"/>
                  </a:lnTo>
                  <a:lnTo>
                    <a:pt x="282173" y="67457"/>
                  </a:lnTo>
                  <a:lnTo>
                    <a:pt x="267535" y="32282"/>
                  </a:lnTo>
                  <a:close/>
                </a:path>
                <a:path w="367029" h="499110">
                  <a:moveTo>
                    <a:pt x="241061" y="0"/>
                  </a:moveTo>
                  <a:lnTo>
                    <a:pt x="251949" y="38767"/>
                  </a:lnTo>
                  <a:lnTo>
                    <a:pt x="267535" y="32282"/>
                  </a:lnTo>
                  <a:lnTo>
                    <a:pt x="357564" y="32282"/>
                  </a:lnTo>
                  <a:lnTo>
                    <a:pt x="366556" y="24113"/>
                  </a:lnTo>
                  <a:lnTo>
                    <a:pt x="241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解压缩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0" y="1189355"/>
            <a:ext cx="5612130" cy="276415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445250" y="1189355"/>
            <a:ext cx="5556885" cy="2764155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object 19"/>
          <p:cNvSpPr txBox="1"/>
          <p:nvPr/>
        </p:nvSpPr>
        <p:spPr>
          <a:xfrm>
            <a:off x="339090" y="1189355"/>
            <a:ext cx="4113530" cy="6610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Vmap</a:t>
            </a:r>
            <a:r>
              <a:rPr sz="3600" b="1" u="heavy" spc="-14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3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解压</a:t>
            </a:r>
            <a:endParaRPr lang="zh-CN" altLang="en-US" sz="3600" b="1" u="heavy" spc="-10" dirty="0">
              <a:uFill>
                <a:solidFill>
                  <a:srgbClr val="000000"/>
                </a:solidFill>
              </a:u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045" y="2177415"/>
            <a:ext cx="1151826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315" indent="-475615">
              <a:lnSpc>
                <a:spcPts val="3180"/>
              </a:lnSpc>
              <a:spcBef>
                <a:spcPts val="100"/>
              </a:spcBef>
              <a:buFont typeface="Segoe UI Symbol" panose="020B0502040204020203"/>
              <a:buChar char="✓"/>
              <a:tabLst>
                <a:tab pos="488315" algn="l"/>
                <a:tab pos="6108065" algn="l"/>
                <a:tab pos="658431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For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all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cases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解压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 &lt;4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页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0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频繁</a:t>
            </a:r>
            <a:r>
              <a:rPr sz="28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vmap/vunmap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vmap/vunmap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05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物理页分配不受限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新增物理页分配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230"/>
              </a:lnSpc>
              <a:tabLst>
                <a:tab pos="488315" algn="l"/>
                <a:tab pos="6108065" algn="l"/>
                <a:tab pos="6584315" algn="l"/>
              </a:tabLst>
            </a:pP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✘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sz="2800" b="0" u="none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b="0" u="none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b="0" u="none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0" u="none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en-US" altLang="zh-CN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需数据复制</a:t>
            </a:r>
            <a:r>
              <a:rPr sz="2800" dirty="0">
                <a:latin typeface="Calibri" panose="020F0502020204030204"/>
                <a:cs typeface="Calibri" panose="020F0502020204030204"/>
              </a:rPr>
              <a:t>	</a:t>
            </a:r>
            <a:r>
              <a:rPr lang="en-US" sz="28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0" dirty="0">
                <a:latin typeface="Segoe UI Symbol" panose="020B0502040204020203"/>
                <a:cs typeface="Segoe UI Symbol" panose="020B0502040204020203"/>
              </a:rPr>
              <a:t>✓</a:t>
            </a:r>
            <a:r>
              <a:rPr sz="2800" dirty="0">
                <a:latin typeface="Segoe UI Symbol" panose="020B0502040204020203"/>
                <a:cs typeface="Segoe UI Symbol" panose="020B0502040204020203"/>
              </a:rPr>
              <a:t>	</a:t>
            </a:r>
            <a:r>
              <a:rPr lang="en-US" sz="2800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无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0" u="none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In-</a:t>
            </a:r>
            <a:r>
              <a:rPr sz="2800" b="0" u="none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place</a:t>
            </a:r>
            <a:r>
              <a:rPr sz="2800" b="0" u="none" spc="-6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0" u="none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  <a:sym typeface="+mn-ea"/>
              </a:rPr>
              <a:t>I/O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数据复制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2250" y="1189355"/>
            <a:ext cx="5858510" cy="8464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ts val="4215"/>
              </a:lnSpc>
              <a:spcBef>
                <a:spcPts val="100"/>
              </a:spcBef>
            </a:pPr>
            <a:r>
              <a:rPr sz="3600" b="1" u="heavy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Buffer</a:t>
            </a:r>
            <a:r>
              <a:rPr sz="3600" b="1" u="heavy" spc="-13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3600" b="1" u="heavy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解压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294005">
              <a:lnSpc>
                <a:spcPts val="3255"/>
              </a:lnSpc>
            </a:pPr>
            <a:r>
              <a:rPr lang="zh-CN" altLang="en-US" sz="2800">
                <a:latin typeface="Calibri" panose="020F0502020204030204"/>
                <a:cs typeface="Calibri" panose="020F0502020204030204"/>
              </a:rPr>
              <a:t>预分配每</a:t>
            </a:r>
            <a:r>
              <a:rPr lang="en-US" altLang="zh-CN" sz="2800">
                <a:latin typeface="Calibri" panose="020F0502020204030204"/>
                <a:cs typeface="Calibri" panose="020F0502020204030204"/>
              </a:rPr>
              <a:t> CPU </a:t>
            </a:r>
            <a:r>
              <a:rPr lang="zh-CN" altLang="en-US" sz="2800">
                <a:latin typeface="Calibri" panose="020F0502020204030204"/>
                <a:cs typeface="Calibri" panose="020F0502020204030204"/>
              </a:rPr>
              <a:t>四页缓冲</a:t>
            </a:r>
            <a:endParaRPr lang="zh-CN" altLang="en-US"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7645" y="4115435"/>
            <a:ext cx="11793855" cy="2594610"/>
          </a:xfrm>
          <a:prstGeom prst="rect">
            <a:avLst/>
          </a:prstGeom>
          <a:solidFill>
            <a:srgbClr val="870069">
              <a:alpha val="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123190" y="4114981"/>
            <a:ext cx="11755120" cy="2617655"/>
            <a:chOff x="194" y="5619"/>
            <a:chExt cx="19006" cy="5760"/>
          </a:xfrm>
          <a:noFill/>
        </p:grpSpPr>
        <p:sp>
          <p:nvSpPr>
            <p:cNvPr id="44" name="object 7"/>
            <p:cNvSpPr/>
            <p:nvPr/>
          </p:nvSpPr>
          <p:spPr>
            <a:xfrm>
              <a:off x="10237" y="5708"/>
              <a:ext cx="8963" cy="4081"/>
            </a:xfrm>
            <a:custGeom>
              <a:avLst/>
              <a:gdLst/>
              <a:ahLst/>
              <a:cxnLst/>
              <a:rect l="l" t="t" r="r" b="b"/>
              <a:pathLst>
                <a:path w="5691505" h="2591435">
                  <a:moveTo>
                    <a:pt x="5691447" y="0"/>
                  </a:moveTo>
                  <a:lnTo>
                    <a:pt x="0" y="0"/>
                  </a:lnTo>
                  <a:lnTo>
                    <a:pt x="0" y="2590894"/>
                  </a:lnTo>
                  <a:lnTo>
                    <a:pt x="5691447" y="2590894"/>
                  </a:lnTo>
                  <a:lnTo>
                    <a:pt x="569144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8"/>
            <p:cNvSpPr txBox="1"/>
            <p:nvPr/>
          </p:nvSpPr>
          <p:spPr>
            <a:xfrm>
              <a:off x="10621" y="5619"/>
              <a:ext cx="7783" cy="2135"/>
            </a:xfrm>
            <a:prstGeom prst="rect">
              <a:avLst/>
            </a:prstGeom>
            <a:grpFill/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4215"/>
                </a:lnSpc>
                <a:spcBef>
                  <a:spcPts val="100"/>
                </a:spcBef>
              </a:pPr>
              <a:r>
                <a:rPr sz="3600" b="1" u="heavy" spc="-1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In-</a:t>
              </a:r>
              <a:r>
                <a:rPr sz="3600" b="1" u="heavy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place</a:t>
              </a:r>
              <a:r>
                <a:rPr sz="3600" b="1" u="heavy" spc="-6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 </a:t>
              </a:r>
              <a:r>
                <a:rPr lang="zh-CN" altLang="en-US" sz="3600" b="1" u="heavy" spc="-1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解压</a:t>
              </a:r>
              <a:endParaRPr sz="3600">
                <a:latin typeface="Calibri" panose="020F0502020204030204"/>
                <a:cs typeface="Calibri" panose="020F0502020204030204"/>
              </a:endParaRPr>
            </a:p>
            <a:p>
              <a:pPr marL="769620" indent="-475615">
                <a:lnSpc>
                  <a:spcPts val="3255"/>
                </a:lnSpc>
                <a:buFont typeface="Segoe UI Symbol" panose="020B0502040204020203"/>
                <a:buChar char="✓"/>
                <a:tabLst>
                  <a:tab pos="769620" algn="l"/>
                </a:tabLst>
              </a:pPr>
              <a:r>
                <a:rPr lang="zh-CN" altLang="en-US" sz="2800" dirty="0">
                  <a:latin typeface="Calibri" panose="020F0502020204030204"/>
                  <a:cs typeface="Calibri" panose="020F0502020204030204"/>
                  <a:sym typeface="+mn-ea"/>
                </a:rPr>
                <a:t>无</a:t>
              </a:r>
              <a:r>
                <a:rPr sz="2800" spc="-45" dirty="0">
                  <a:latin typeface="Calibri" panose="020F0502020204030204"/>
                  <a:cs typeface="Calibri" panose="020F0502020204030204"/>
                  <a:sym typeface="+mn-ea"/>
                </a:rPr>
                <a:t> </a:t>
              </a:r>
              <a:r>
                <a:rPr sz="2800" b="0" u="none" spc="-1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In-</a:t>
              </a:r>
              <a:r>
                <a:rPr sz="2800" b="0" u="none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place</a:t>
              </a:r>
              <a:r>
                <a:rPr sz="2800" b="0" u="none" spc="-6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 </a:t>
              </a:r>
              <a:r>
                <a:rPr sz="2800" b="0" u="none" spc="-2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I/O</a:t>
              </a:r>
              <a:r>
                <a:rPr lang="en-US" altLang="en-US" sz="2800" b="0" u="none" spc="-2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 </a:t>
              </a:r>
              <a:r>
                <a:rPr lang="zh-CN" altLang="en-US" sz="2800">
                  <a:latin typeface="Calibri" panose="020F0502020204030204"/>
                  <a:cs typeface="Calibri" panose="020F0502020204030204"/>
                  <a:sym typeface="+mn-ea"/>
                </a:rPr>
                <a:t>数据复制</a:t>
              </a:r>
              <a:endParaRPr sz="280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" name="object 9"/>
            <p:cNvSpPr txBox="1"/>
            <p:nvPr/>
          </p:nvSpPr>
          <p:spPr>
            <a:xfrm>
              <a:off x="10621" y="8473"/>
              <a:ext cx="5739" cy="2906"/>
            </a:xfrm>
            <a:prstGeom prst="rect">
              <a:avLst/>
            </a:prstGeom>
            <a:grpFill/>
          </p:spPr>
          <p:txBody>
            <a:bodyPr vert="horz" wrap="square" lIns="0" tIns="234950" rIns="0" bIns="0" rtlCol="0">
              <a:spAutoFit/>
            </a:bodyPr>
            <a:lstStyle/>
            <a:p>
              <a:pPr marL="469265" indent="-456565">
                <a:lnSpc>
                  <a:spcPct val="100000"/>
                </a:lnSpc>
                <a:spcBef>
                  <a:spcPts val="1850"/>
                </a:spcBef>
                <a:buFont typeface="Wingdings" panose="05000000000000000000"/>
                <a:buChar char=""/>
                <a:tabLst>
                  <a:tab pos="469265" algn="l"/>
                </a:tabLst>
              </a:pPr>
              <a:r>
                <a:rPr lang="zh-CN" altLang="en-US" sz="2800" spc="-10" dirty="0">
                  <a:sym typeface="+mn-ea"/>
                </a:rPr>
                <a:t>解压策略</a:t>
              </a:r>
              <a:endParaRPr sz="2800">
                <a:latin typeface="Calibri" panose="020F0502020204030204"/>
                <a:cs typeface="Calibri" panose="020F0502020204030204"/>
              </a:endParaRPr>
            </a:p>
            <a:p>
              <a:pPr marL="469265" indent="-456565">
                <a:lnSpc>
                  <a:spcPct val="100000"/>
                </a:lnSpc>
                <a:spcBef>
                  <a:spcPts val="1750"/>
                </a:spcBef>
                <a:buFont typeface="Wingdings" panose="05000000000000000000"/>
                <a:buChar char=""/>
                <a:tabLst>
                  <a:tab pos="469265" algn="l"/>
                </a:tabLst>
              </a:pPr>
              <a:r>
                <a:rPr lang="zh-CN" altLang="en-US" sz="2800" spc="-10" dirty="0">
                  <a:latin typeface="Calibri" panose="020F0502020204030204"/>
                  <a:cs typeface="Calibri" panose="020F0502020204030204"/>
                </a:rPr>
                <a:t>优化</a:t>
              </a:r>
              <a:endParaRPr lang="zh-CN" altLang="en-US" sz="2800" spc="-10" dirty="0"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7" name="object 12"/>
            <p:cNvSpPr/>
            <p:nvPr/>
          </p:nvSpPr>
          <p:spPr>
            <a:xfrm>
              <a:off x="194" y="5708"/>
              <a:ext cx="10043" cy="4086"/>
            </a:xfrm>
            <a:custGeom>
              <a:avLst/>
              <a:gdLst/>
              <a:ahLst/>
              <a:cxnLst/>
              <a:rect l="l" t="t" r="r" b="b"/>
              <a:pathLst>
                <a:path w="6377305" h="2594610">
                  <a:moveTo>
                    <a:pt x="6377225" y="0"/>
                  </a:moveTo>
                  <a:lnTo>
                    <a:pt x="0" y="0"/>
                  </a:lnTo>
                  <a:lnTo>
                    <a:pt x="0" y="2594462"/>
                  </a:lnTo>
                  <a:lnTo>
                    <a:pt x="6377225" y="2594462"/>
                  </a:lnTo>
                  <a:lnTo>
                    <a:pt x="637722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13"/>
            <p:cNvSpPr txBox="1"/>
            <p:nvPr/>
          </p:nvSpPr>
          <p:spPr>
            <a:xfrm>
              <a:off x="318" y="5620"/>
              <a:ext cx="9495" cy="5550"/>
            </a:xfrm>
            <a:prstGeom prst="rect">
              <a:avLst/>
            </a:prstGeom>
            <a:grpFill/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4215"/>
                </a:lnSpc>
                <a:spcBef>
                  <a:spcPts val="100"/>
                </a:spcBef>
              </a:pPr>
              <a:r>
                <a:rPr sz="3600" b="1" u="heavy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Rolling</a:t>
              </a:r>
              <a:r>
                <a:rPr sz="3600" b="1" u="heavy" spc="-17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 </a:t>
              </a:r>
              <a:r>
                <a:rPr lang="zh-CN" altLang="en-US" sz="3600" b="1" u="heavy" spc="-1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</a:rPr>
                <a:t>解压</a:t>
              </a:r>
              <a:endParaRPr sz="3600">
                <a:latin typeface="Calibri" panose="020F0502020204030204"/>
                <a:cs typeface="Calibri" panose="020F0502020204030204"/>
              </a:endParaRPr>
            </a:p>
            <a:p>
              <a:pPr marL="769620" marR="5080" indent="-476250">
                <a:lnSpc>
                  <a:spcPts val="3000"/>
                </a:lnSpc>
                <a:spcBef>
                  <a:spcPts val="295"/>
                </a:spcBef>
                <a:buFont typeface="Segoe UI Symbol" panose="020B0502040204020203"/>
                <a:buChar char="✓"/>
                <a:tabLst>
                  <a:tab pos="769620" algn="l"/>
                </a:tabLst>
              </a:pPr>
              <a:r>
                <a:rPr lang="zh-CN" altLang="en-US" sz="2800" spc="-20" dirty="0">
                  <a:latin typeface="Calibri" panose="020F0502020204030204"/>
                  <a:cs typeface="Calibri" panose="020F0502020204030204"/>
                </a:rPr>
                <a:t>当解压数据小于预分配的虚拟区间时</a:t>
              </a:r>
              <a:endParaRPr sz="2800">
                <a:latin typeface="Calibri" panose="020F0502020204030204"/>
                <a:cs typeface="Calibri" panose="020F0502020204030204"/>
              </a:endParaRPr>
            </a:p>
            <a:p>
              <a:pPr marL="769620" indent="-476250">
                <a:lnSpc>
                  <a:spcPts val="2780"/>
                </a:lnSpc>
                <a:buFont typeface="Segoe UI Symbol" panose="020B0502040204020203"/>
                <a:buChar char="✓"/>
                <a:tabLst>
                  <a:tab pos="769620" algn="l"/>
                </a:tabLst>
              </a:pPr>
              <a:r>
                <a:rPr lang="zh-CN" altLang="en-US" sz="2800" dirty="0">
                  <a:latin typeface="Calibri" panose="020F0502020204030204"/>
                  <a:cs typeface="Calibri" panose="020F0502020204030204"/>
                </a:rPr>
                <a:t>无</a:t>
              </a:r>
              <a:r>
                <a:rPr sz="2800" spc="-30" dirty="0">
                  <a:latin typeface="Calibri" panose="020F0502020204030204"/>
                  <a:cs typeface="Calibri" panose="020F0502020204030204"/>
                </a:rPr>
                <a:t> </a:t>
              </a:r>
              <a:r>
                <a:rPr sz="2800" spc="-10" dirty="0">
                  <a:latin typeface="Calibri" panose="020F0502020204030204"/>
                  <a:cs typeface="Calibri" panose="020F0502020204030204"/>
                </a:rPr>
                <a:t>vmap/vunmap</a:t>
              </a:r>
              <a:endParaRPr sz="2800">
                <a:latin typeface="Calibri" panose="020F0502020204030204"/>
                <a:cs typeface="Calibri" panose="020F0502020204030204"/>
              </a:endParaRPr>
            </a:p>
            <a:p>
              <a:pPr marL="769620" indent="-476250">
                <a:lnSpc>
                  <a:spcPts val="3050"/>
                </a:lnSpc>
                <a:buFont typeface="Segoe UI Symbol" panose="020B0502040204020203"/>
                <a:buChar char="✓"/>
                <a:tabLst>
                  <a:tab pos="769620" algn="l"/>
                </a:tabLst>
              </a:pPr>
              <a:r>
                <a:rPr lang="zh-CN" altLang="en-US" sz="2800" spc="-50" dirty="0">
                  <a:latin typeface="Segoe UI Symbol" panose="020B0502040204020203"/>
                  <a:cs typeface="Segoe UI Symbol" panose="020B0502040204020203"/>
                </a:rPr>
                <a:t>无</a:t>
              </a:r>
              <a:r>
                <a:rPr lang="en-US" altLang="zh-CN" sz="2800" spc="-50" dirty="0">
                  <a:latin typeface="Segoe UI Symbol" panose="020B0502040204020203"/>
                  <a:cs typeface="Segoe UI Symbol" panose="020B0502040204020203"/>
                </a:rPr>
                <a:t> </a:t>
              </a:r>
              <a:r>
                <a:rPr lang="zh-CN" altLang="en-US" sz="2800" spc="-50" dirty="0">
                  <a:latin typeface="Segoe UI Symbol" panose="020B0502040204020203"/>
                  <a:cs typeface="Segoe UI Symbol" panose="020B0502040204020203"/>
                </a:rPr>
                <a:t>物理页分配</a:t>
              </a:r>
              <a:endParaRPr lang="zh-CN" altLang="en-US" sz="2800" spc="-50" dirty="0">
                <a:latin typeface="Segoe UI Symbol" panose="020B0502040204020203"/>
                <a:cs typeface="Segoe UI Symbol" panose="020B0502040204020203"/>
              </a:endParaRPr>
            </a:p>
            <a:p>
              <a:pPr>
                <a:lnSpc>
                  <a:spcPts val="3230"/>
                </a:lnSpc>
                <a:tabLst>
                  <a:tab pos="769620" algn="l"/>
                </a:tabLst>
              </a:pPr>
              <a:r>
                <a:rPr lang="en-US" altLang="en-US" sz="2800" spc="-50" dirty="0">
                  <a:latin typeface="Segoe UI Symbol" panose="020B0502040204020203"/>
                  <a:cs typeface="Segoe UI Symbol" panose="020B0502040204020203"/>
                </a:rPr>
                <a:t>   </a:t>
              </a:r>
              <a:r>
                <a:rPr sz="2800" spc="-50" dirty="0">
                  <a:latin typeface="Segoe UI Symbol" panose="020B0502040204020203"/>
                  <a:cs typeface="Segoe UI Symbol" panose="020B0502040204020203"/>
                </a:rPr>
                <a:t>✘</a:t>
              </a:r>
              <a:r>
                <a:rPr sz="2800" dirty="0">
                  <a:latin typeface="Segoe UI Symbol" panose="020B0502040204020203"/>
                  <a:cs typeface="Segoe UI Symbol" panose="020B0502040204020203"/>
                </a:rPr>
                <a:t>	</a:t>
              </a:r>
              <a:r>
                <a:rPr sz="2800" b="0" u="none" spc="-10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In-</a:t>
              </a:r>
              <a:r>
                <a:rPr sz="2800" b="0" u="none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place</a:t>
              </a:r>
              <a:r>
                <a:rPr sz="2800" b="0" u="none" spc="-6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 </a:t>
              </a:r>
              <a:r>
                <a:rPr sz="2800" b="0" u="none" spc="-25" dirty="0">
                  <a:uFill>
                    <a:solidFill>
                      <a:srgbClr val="000000"/>
                    </a:solidFill>
                  </a:uFill>
                  <a:latin typeface="Calibri" panose="020F0502020204030204"/>
                  <a:cs typeface="Calibri" panose="020F0502020204030204"/>
                  <a:sym typeface="+mn-ea"/>
                </a:rPr>
                <a:t>I/O</a:t>
              </a:r>
              <a:r>
                <a:rPr lang="en-US" altLang="zh-CN" sz="2800">
                  <a:latin typeface="Calibri" panose="020F0502020204030204"/>
                  <a:cs typeface="Calibri" panose="020F0502020204030204"/>
                  <a:sym typeface="+mn-ea"/>
                </a:rPr>
                <a:t> </a:t>
              </a:r>
              <a:r>
                <a:rPr lang="zh-CN" altLang="en-US" sz="2800">
                  <a:latin typeface="Calibri" panose="020F0502020204030204"/>
                  <a:cs typeface="Calibri" panose="020F0502020204030204"/>
                  <a:sym typeface="+mn-ea"/>
                </a:rPr>
                <a:t>仍需数据复制</a:t>
              </a:r>
              <a:endParaRPr sz="2800">
                <a:latin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-635" y="0"/>
            <a:ext cx="5169535" cy="75120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EROFS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的内存高效解压策略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172210"/>
            <a:ext cx="12191365" cy="652780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针对不同场景采用最优解压方式</a:t>
            </a:r>
            <a:r>
              <a:rPr lang="en-US" altLang="zh-CN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,</a:t>
            </a:r>
            <a:r>
              <a:rPr lang="zh-CN" altLang="en-US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避免动态内存分配</a:t>
            </a:r>
            <a:r>
              <a:rPr lang="en-US" altLang="zh-CN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,</a:t>
            </a:r>
            <a:r>
              <a:rPr lang="zh-CN" altLang="en-US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减少数据拷贝</a:t>
            </a:r>
            <a:r>
              <a:rPr lang="en-US" altLang="zh-CN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,</a:t>
            </a:r>
            <a:r>
              <a:rPr lang="zh-CN" altLang="en-US" sz="2400" b="1">
                <a:solidFill>
                  <a:schemeClr val="tx1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将内存峰值降至最低。</a:t>
            </a:r>
            <a:endParaRPr lang="zh-CN" altLang="en-US" sz="2400" b="1">
              <a:solidFill>
                <a:schemeClr val="tx1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45995"/>
            <a:ext cx="9815195" cy="39033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评测设置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986699" y="2099310"/>
          <a:ext cx="10054590" cy="1329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9520"/>
                <a:gridCol w="4747895"/>
                <a:gridCol w="1017270"/>
                <a:gridCol w="1779905"/>
              </a:tblGrid>
              <a:tr h="4432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HiKey</a:t>
                      </a:r>
                      <a:r>
                        <a:rPr sz="2000" spc="-10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960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Kirin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960 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(Cortex-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A73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4 + 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Cortex-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A53 x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4)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32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UFS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zh-CN" altLang="en-US" sz="2000">
                          <a:latin typeface="Calibri" panose="020F0502020204030204"/>
                          <a:cs typeface="Calibri" panose="020F0502020204030204"/>
                        </a:rPr>
                        <a:t>低端手机</a:t>
                      </a:r>
                      <a:endParaRPr lang="zh-CN" altLang="en-US"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MT6765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(Cortex-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A53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8)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32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eMMC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/>
                </a:tc>
              </a:tr>
              <a:tr h="4432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zh-CN" altLang="en-US" sz="2000">
                          <a:latin typeface="Calibri" panose="020F0502020204030204"/>
                          <a:cs typeface="Calibri" panose="020F0502020204030204"/>
                        </a:rPr>
                        <a:t>高端手机</a:t>
                      </a:r>
                      <a:endParaRPr lang="zh-CN" altLang="en-US"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Kirin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980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(Cortex-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A76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+ </a:t>
                      </a:r>
                      <a:r>
                        <a:rPr sz="2000" spc="-30" dirty="0">
                          <a:latin typeface="Calibri" panose="020F0502020204030204"/>
                          <a:cs typeface="Calibri" panose="020F0502020204030204"/>
                        </a:rPr>
                        <a:t>Cortex-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A55 x</a:t>
                      </a:r>
                      <a:r>
                        <a:rPr sz="20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4)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64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GB</a:t>
                      </a: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25" dirty="0">
                          <a:latin typeface="Calibri" panose="020F0502020204030204"/>
                          <a:cs typeface="Calibri" panose="020F0502020204030204"/>
                        </a:rPr>
                        <a:t>UFS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76772" y="1655456"/>
            <a:ext cx="10064750" cy="0"/>
          </a:xfrm>
          <a:custGeom>
            <a:avLst/>
            <a:gdLst/>
            <a:ahLst/>
            <a:cxnLst/>
            <a:rect l="l" t="t" r="r" b="b"/>
            <a:pathLst>
              <a:path w="10064750">
                <a:moveTo>
                  <a:pt x="0" y="0"/>
                </a:moveTo>
                <a:lnTo>
                  <a:pt x="1006428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5"/>
          <p:cNvSpPr txBox="1"/>
          <p:nvPr/>
        </p:nvSpPr>
        <p:spPr>
          <a:xfrm>
            <a:off x="986699" y="1677375"/>
            <a:ext cx="1127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 panose="020F0502020204030204"/>
                <a:cs typeface="Calibri" panose="020F0502020204030204"/>
              </a:rPr>
              <a:t>Platform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3639196" y="1651029"/>
            <a:ext cx="548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 panose="020F0502020204030204"/>
                <a:cs typeface="Calibri" panose="020F0502020204030204"/>
              </a:rPr>
              <a:t>CPU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8263410" y="1677375"/>
            <a:ext cx="840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 panose="020F0502020204030204"/>
                <a:cs typeface="Calibri" panose="020F0502020204030204"/>
              </a:rPr>
              <a:t>DRAM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9619095" y="1662742"/>
            <a:ext cx="983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 panose="020F0502020204030204"/>
                <a:cs typeface="Calibri" panose="020F0502020204030204"/>
              </a:rPr>
              <a:t>Storage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1052972" y="3471339"/>
            <a:ext cx="4956175" cy="29851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微基准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697230" indent="-22733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97230" algn="l"/>
              </a:tabLst>
            </a:pP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平台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HiKey</a:t>
            </a:r>
            <a:r>
              <a:rPr sz="2400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960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697230" indent="-22733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lang="zh-CN" altLang="en-US" sz="2400" spc="-30" dirty="0">
                <a:latin typeface="Calibri" panose="020F0502020204030204"/>
                <a:cs typeface="Calibri" panose="020F0502020204030204"/>
              </a:rPr>
              <a:t>工具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FIO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697230" indent="-22733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lang="zh-CN" altLang="en-US" sz="2400" spc="-10" dirty="0">
                <a:latin typeface="Calibri" panose="020F0502020204030204"/>
                <a:cs typeface="Calibri" panose="020F0502020204030204"/>
              </a:rPr>
              <a:t>负载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enwik9,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silesia.tar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应用基准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  <a:p>
            <a:pPr marL="697230" indent="-22733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lang="zh-CN" altLang="en-US" sz="2400" dirty="0">
                <a:latin typeface="Calibri" panose="020F0502020204030204"/>
                <a:cs typeface="Calibri" panose="020F0502020204030204"/>
                <a:sym typeface="+mn-ea"/>
              </a:rPr>
              <a:t>平台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400" spc="-10" dirty="0">
                <a:latin typeface="Calibri" panose="020F0502020204030204"/>
                <a:cs typeface="Calibri" panose="020F0502020204030204"/>
              </a:rPr>
              <a:t>手机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697230" indent="-22733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lang="zh-CN" altLang="en-US" sz="2400" spc="-10" dirty="0">
                <a:latin typeface="Calibri" panose="020F0502020204030204"/>
                <a:cs typeface="Calibri" panose="020F0502020204030204"/>
              </a:rPr>
              <a:t>负载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latin typeface="Calibri" panose="020F0502020204030204"/>
                <a:cs typeface="Calibri" panose="020F0502020204030204"/>
              </a:rPr>
              <a:t>13 </a:t>
            </a: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个常用应用</a:t>
            </a:r>
            <a:endParaRPr lang="zh-CN" altLang="en-US"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6095593" y="3606142"/>
            <a:ext cx="5837487" cy="285033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对比评测文件系统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542290" indent="-342900">
              <a:lnSpc>
                <a:spcPct val="100000"/>
              </a:lnSpc>
              <a:spcBef>
                <a:spcPts val="26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libri" panose="020F0502020204030204"/>
                <a:cs typeface="Calibri" panose="020F0502020204030204"/>
              </a:rPr>
              <a:t>EROFS: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dirty="0">
                <a:latin typeface="Calibri" panose="020F0502020204030204"/>
                <a:cs typeface="Calibri" panose="020F0502020204030204"/>
              </a:rPr>
              <a:t>LZ4</a:t>
            </a: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，</a:t>
            </a:r>
            <a:r>
              <a:rPr lang="en-US" altLang="zh-CN" sz="2400" dirty="0">
                <a:latin typeface="Calibri" panose="020F0502020204030204"/>
                <a:cs typeface="Calibri" panose="020F0502020204030204"/>
              </a:rPr>
              <a:t>4KB </a:t>
            </a: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定长输出</a:t>
            </a:r>
            <a:endParaRPr lang="zh-CN" altLang="en-US" sz="2400" dirty="0">
              <a:latin typeface="Calibri" panose="020F0502020204030204"/>
              <a:cs typeface="Calibri" panose="020F0502020204030204"/>
            </a:endParaRPr>
          </a:p>
          <a:p>
            <a:pPr marL="542290" marR="537845" indent="-34290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Calibri" panose="020F0502020204030204"/>
                <a:cs typeface="Calibri" panose="020F0502020204030204"/>
              </a:rPr>
              <a:t>Squashfs: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spc="-20" dirty="0">
                <a:latin typeface="Calibri" panose="020F0502020204030204"/>
                <a:cs typeface="Calibri" panose="020F0502020204030204"/>
              </a:rPr>
              <a:t>LZ4</a:t>
            </a:r>
            <a:r>
              <a:rPr lang="zh-CN" altLang="en-US" sz="2400" spc="-20" dirty="0">
                <a:latin typeface="Calibri" panose="020F0502020204030204"/>
                <a:cs typeface="Calibri" panose="020F0502020204030204"/>
              </a:rPr>
              <a:t>，块大小</a:t>
            </a:r>
            <a:r>
              <a:rPr lang="en-US" altLang="zh-CN" sz="2400" spc="-20" dirty="0">
                <a:latin typeface="Calibri" panose="020F0502020204030204"/>
                <a:cs typeface="Calibri" panose="020F0502020204030204"/>
              </a:rPr>
              <a:t> 4/8/16/128KB</a:t>
            </a:r>
            <a:endParaRPr lang="en-US" altLang="zh-CN" sz="2400" spc="-20" dirty="0">
              <a:latin typeface="Calibri" panose="020F0502020204030204"/>
              <a:cs typeface="Calibri" panose="020F0502020204030204"/>
            </a:endParaRPr>
          </a:p>
          <a:p>
            <a:pPr marL="542290" marR="537845" indent="-34290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sz="2400" dirty="0" err="1">
                <a:latin typeface="Calibri" panose="020F0502020204030204"/>
                <a:cs typeface="Calibri" panose="020F0502020204030204"/>
              </a:rPr>
              <a:t>Btrfs</a:t>
            </a:r>
            <a:r>
              <a:rPr sz="2400" dirty="0">
                <a:latin typeface="Calibri" panose="020F0502020204030204"/>
                <a:cs typeface="Calibri" panose="020F0502020204030204"/>
              </a:rPr>
              <a:t>: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LZO,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400" spc="-65" dirty="0">
                <a:latin typeface="Calibri" panose="020F0502020204030204"/>
                <a:cs typeface="Calibri" panose="020F0502020204030204"/>
              </a:rPr>
              <a:t>块大小</a:t>
            </a:r>
            <a:r>
              <a:rPr lang="en-US" altLang="zh-CN"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128KB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199390" marR="328295" indent="750570">
              <a:lnSpc>
                <a:spcPct val="108000"/>
              </a:lnSpc>
            </a:pP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只读模式，</a:t>
            </a:r>
            <a:r>
              <a:rPr lang="zh-CN" altLang="en-US" sz="2400" spc="-80" dirty="0">
                <a:latin typeface="Calibri" panose="020F0502020204030204"/>
                <a:cs typeface="Calibri" panose="020F0502020204030204"/>
              </a:rPr>
              <a:t>无完整性检查</a:t>
            </a:r>
            <a:endParaRPr lang="en-GB" altLang="zh-CN" sz="2400" spc="-80" dirty="0">
              <a:latin typeface="Calibri" panose="020F0502020204030204"/>
              <a:cs typeface="Calibri" panose="020F0502020204030204"/>
            </a:endParaRPr>
          </a:p>
          <a:p>
            <a:pPr marL="54229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/>
                <a:cs typeface="Calibri" panose="020F0502020204030204"/>
                <a:sym typeface="+mn-ea"/>
              </a:rPr>
              <a:t>Ext4:</a:t>
            </a:r>
            <a:r>
              <a:rPr lang="en-GB" sz="2400" spc="-30" dirty="0"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无压缩</a:t>
            </a:r>
            <a:endParaRPr lang="zh-CN" altLang="en-US" sz="2400" dirty="0">
              <a:latin typeface="Calibri" panose="020F0502020204030204"/>
              <a:cs typeface="Calibri" panose="020F0502020204030204"/>
            </a:endParaRPr>
          </a:p>
          <a:p>
            <a:pPr marL="54229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libri" panose="020F0502020204030204"/>
                <a:cs typeface="Calibri" panose="020F0502020204030204"/>
              </a:rPr>
              <a:t>F2FS: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400" dirty="0">
                <a:latin typeface="Calibri" panose="020F0502020204030204"/>
                <a:cs typeface="Calibri" panose="020F0502020204030204"/>
              </a:rPr>
              <a:t>无压缩</a:t>
            </a:r>
            <a:endParaRPr lang="zh-CN" altLang="en-US"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72143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微基准测试：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object 3"/>
          <p:cNvGrpSpPr/>
          <p:nvPr/>
        </p:nvGrpSpPr>
        <p:grpSpPr>
          <a:xfrm>
            <a:off x="2137691" y="1990889"/>
            <a:ext cx="9070340" cy="3509645"/>
            <a:chOff x="2148577" y="1803400"/>
            <a:chExt cx="9070340" cy="3509645"/>
          </a:xfrm>
        </p:grpSpPr>
        <p:sp>
          <p:nvSpPr>
            <p:cNvPr id="82" name="object 4"/>
            <p:cNvSpPr/>
            <p:nvPr/>
          </p:nvSpPr>
          <p:spPr>
            <a:xfrm>
              <a:off x="2153339" y="2120900"/>
              <a:ext cx="9060815" cy="2540000"/>
            </a:xfrm>
            <a:custGeom>
              <a:avLst/>
              <a:gdLst/>
              <a:ahLst/>
              <a:cxnLst/>
              <a:rect l="l" t="t" r="r" b="b"/>
              <a:pathLst>
                <a:path w="9060815" h="2540000">
                  <a:moveTo>
                    <a:pt x="5453960" y="2540000"/>
                  </a:moveTo>
                  <a:lnTo>
                    <a:pt x="9060761" y="2540000"/>
                  </a:lnTo>
                </a:path>
                <a:path w="9060815" h="2540000">
                  <a:moveTo>
                    <a:pt x="2431360" y="2540000"/>
                  </a:moveTo>
                  <a:lnTo>
                    <a:pt x="2494860" y="2540000"/>
                  </a:lnTo>
                </a:path>
                <a:path w="9060815" h="2540000">
                  <a:moveTo>
                    <a:pt x="0" y="2540000"/>
                  </a:moveTo>
                  <a:lnTo>
                    <a:pt x="272360" y="2540000"/>
                  </a:lnTo>
                </a:path>
                <a:path w="9060815" h="2540000">
                  <a:moveTo>
                    <a:pt x="4818960" y="2540000"/>
                  </a:moveTo>
                  <a:lnTo>
                    <a:pt x="4882460" y="2540000"/>
                  </a:lnTo>
                </a:path>
                <a:path w="9060815" h="2540000">
                  <a:moveTo>
                    <a:pt x="4183960" y="2540000"/>
                  </a:moveTo>
                  <a:lnTo>
                    <a:pt x="4247460" y="2540000"/>
                  </a:lnTo>
                </a:path>
                <a:path w="9060815" h="2540000">
                  <a:moveTo>
                    <a:pt x="4501460" y="2540000"/>
                  </a:moveTo>
                  <a:lnTo>
                    <a:pt x="4564960" y="2540000"/>
                  </a:lnTo>
                </a:path>
                <a:path w="9060815" h="2540000">
                  <a:moveTo>
                    <a:pt x="5136460" y="2540000"/>
                  </a:moveTo>
                  <a:lnTo>
                    <a:pt x="5199960" y="2540000"/>
                  </a:lnTo>
                </a:path>
                <a:path w="9060815" h="2540000">
                  <a:moveTo>
                    <a:pt x="3548960" y="2540000"/>
                  </a:moveTo>
                  <a:lnTo>
                    <a:pt x="3929960" y="2540000"/>
                  </a:lnTo>
                </a:path>
                <a:path w="9060815" h="2540000">
                  <a:moveTo>
                    <a:pt x="1796360" y="2540000"/>
                  </a:moveTo>
                  <a:lnTo>
                    <a:pt x="1859860" y="2540000"/>
                  </a:lnTo>
                </a:path>
                <a:path w="9060815" h="2540000">
                  <a:moveTo>
                    <a:pt x="1478860" y="2540000"/>
                  </a:moveTo>
                  <a:lnTo>
                    <a:pt x="1542360" y="2540000"/>
                  </a:lnTo>
                </a:path>
                <a:path w="9060815" h="2540000">
                  <a:moveTo>
                    <a:pt x="2113860" y="2540000"/>
                  </a:moveTo>
                  <a:lnTo>
                    <a:pt x="2177360" y="2540000"/>
                  </a:lnTo>
                </a:path>
                <a:path w="9060815" h="2540000">
                  <a:moveTo>
                    <a:pt x="2748860" y="2540000"/>
                  </a:moveTo>
                  <a:lnTo>
                    <a:pt x="3294960" y="2540000"/>
                  </a:lnTo>
                </a:path>
                <a:path w="9060815" h="2540000">
                  <a:moveTo>
                    <a:pt x="1161360" y="2540000"/>
                  </a:moveTo>
                  <a:lnTo>
                    <a:pt x="1224860" y="2540000"/>
                  </a:lnTo>
                </a:path>
                <a:path w="9060815" h="2540000">
                  <a:moveTo>
                    <a:pt x="526360" y="2540000"/>
                  </a:moveTo>
                  <a:lnTo>
                    <a:pt x="907360" y="2540000"/>
                  </a:lnTo>
                </a:path>
                <a:path w="9060815" h="2540000">
                  <a:moveTo>
                    <a:pt x="2748860" y="1905000"/>
                  </a:moveTo>
                  <a:lnTo>
                    <a:pt x="4564960" y="1905000"/>
                  </a:lnTo>
                </a:path>
                <a:path w="9060815" h="2540000">
                  <a:moveTo>
                    <a:pt x="4818960" y="1905000"/>
                  </a:moveTo>
                  <a:lnTo>
                    <a:pt x="9060761" y="1905000"/>
                  </a:lnTo>
                </a:path>
                <a:path w="9060815" h="2540000">
                  <a:moveTo>
                    <a:pt x="1796360" y="1905000"/>
                  </a:moveTo>
                  <a:lnTo>
                    <a:pt x="1859860" y="1905000"/>
                  </a:lnTo>
                </a:path>
                <a:path w="9060815" h="2540000">
                  <a:moveTo>
                    <a:pt x="0" y="1905000"/>
                  </a:moveTo>
                  <a:lnTo>
                    <a:pt x="272360" y="1905000"/>
                  </a:lnTo>
                </a:path>
                <a:path w="9060815" h="2540000">
                  <a:moveTo>
                    <a:pt x="2113860" y="1905000"/>
                  </a:moveTo>
                  <a:lnTo>
                    <a:pt x="2177360" y="1905000"/>
                  </a:lnTo>
                </a:path>
                <a:path w="9060815" h="2540000">
                  <a:moveTo>
                    <a:pt x="526360" y="1905000"/>
                  </a:moveTo>
                  <a:lnTo>
                    <a:pt x="1542360" y="1905000"/>
                  </a:lnTo>
                </a:path>
                <a:path w="9060815" h="2540000">
                  <a:moveTo>
                    <a:pt x="2431360" y="1905000"/>
                  </a:moveTo>
                  <a:lnTo>
                    <a:pt x="2494860" y="1905000"/>
                  </a:lnTo>
                </a:path>
                <a:path w="9060815" h="2540000">
                  <a:moveTo>
                    <a:pt x="1796360" y="1270000"/>
                  </a:moveTo>
                  <a:lnTo>
                    <a:pt x="1859860" y="1270000"/>
                  </a:lnTo>
                </a:path>
                <a:path w="9060815" h="2540000">
                  <a:moveTo>
                    <a:pt x="526360" y="1270000"/>
                  </a:moveTo>
                  <a:lnTo>
                    <a:pt x="1542360" y="1270000"/>
                  </a:lnTo>
                </a:path>
                <a:path w="9060815" h="2540000">
                  <a:moveTo>
                    <a:pt x="2431360" y="1270000"/>
                  </a:moveTo>
                  <a:lnTo>
                    <a:pt x="4564960" y="1270000"/>
                  </a:lnTo>
                </a:path>
                <a:path w="9060815" h="2540000">
                  <a:moveTo>
                    <a:pt x="4818960" y="1270000"/>
                  </a:moveTo>
                  <a:lnTo>
                    <a:pt x="9060761" y="1270000"/>
                  </a:lnTo>
                </a:path>
                <a:path w="9060815" h="2540000">
                  <a:moveTo>
                    <a:pt x="0" y="1270000"/>
                  </a:moveTo>
                  <a:lnTo>
                    <a:pt x="272360" y="1270000"/>
                  </a:lnTo>
                </a:path>
                <a:path w="9060815" h="2540000">
                  <a:moveTo>
                    <a:pt x="2113860" y="1270000"/>
                  </a:moveTo>
                  <a:lnTo>
                    <a:pt x="2177360" y="1270000"/>
                  </a:lnTo>
                </a:path>
                <a:path w="9060815" h="2540000">
                  <a:moveTo>
                    <a:pt x="6757512" y="635000"/>
                  </a:moveTo>
                  <a:lnTo>
                    <a:pt x="9060761" y="635000"/>
                  </a:lnTo>
                </a:path>
                <a:path w="9060815" h="2540000">
                  <a:moveTo>
                    <a:pt x="2431360" y="635000"/>
                  </a:moveTo>
                  <a:lnTo>
                    <a:pt x="6590090" y="635000"/>
                  </a:lnTo>
                </a:path>
                <a:path w="9060815" h="2540000">
                  <a:moveTo>
                    <a:pt x="2113860" y="635000"/>
                  </a:moveTo>
                  <a:lnTo>
                    <a:pt x="2177360" y="635000"/>
                  </a:lnTo>
                </a:path>
                <a:path w="9060815" h="2540000">
                  <a:moveTo>
                    <a:pt x="0" y="635000"/>
                  </a:moveTo>
                  <a:lnTo>
                    <a:pt x="272360" y="635000"/>
                  </a:lnTo>
                </a:path>
                <a:path w="9060815" h="2540000">
                  <a:moveTo>
                    <a:pt x="526360" y="635000"/>
                  </a:moveTo>
                  <a:lnTo>
                    <a:pt x="1859860" y="635000"/>
                  </a:lnTo>
                </a:path>
                <a:path w="9060815" h="2540000">
                  <a:moveTo>
                    <a:pt x="0" y="0"/>
                  </a:moveTo>
                  <a:lnTo>
                    <a:pt x="272360" y="0"/>
                  </a:lnTo>
                </a:path>
                <a:path w="9060815" h="2540000">
                  <a:moveTo>
                    <a:pt x="526360" y="0"/>
                  </a:moveTo>
                  <a:lnTo>
                    <a:pt x="906076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5"/>
            <p:cNvSpPr/>
            <p:nvPr/>
          </p:nvSpPr>
          <p:spPr>
            <a:xfrm>
              <a:off x="2425700" y="1816099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254000" y="0"/>
                  </a:moveTo>
                  <a:lnTo>
                    <a:pt x="0" y="0"/>
                  </a:lnTo>
                  <a:lnTo>
                    <a:pt x="0" y="3483838"/>
                  </a:lnTo>
                  <a:lnTo>
                    <a:pt x="254000" y="3483838"/>
                  </a:lnTo>
                  <a:lnTo>
                    <a:pt x="254000" y="0"/>
                  </a:lnTo>
                  <a:close/>
                </a:path>
                <a:path w="6286500" h="3484245">
                  <a:moveTo>
                    <a:pt x="3276600" y="2552700"/>
                  </a:moveTo>
                  <a:lnTo>
                    <a:pt x="3022600" y="2552700"/>
                  </a:lnTo>
                  <a:lnTo>
                    <a:pt x="3022600" y="3483838"/>
                  </a:lnTo>
                  <a:lnTo>
                    <a:pt x="3276600" y="3483838"/>
                  </a:lnTo>
                  <a:lnTo>
                    <a:pt x="3276600" y="2552700"/>
                  </a:lnTo>
                  <a:close/>
                </a:path>
                <a:path w="6286500" h="3484245">
                  <a:moveTo>
                    <a:pt x="6286500" y="3098800"/>
                  </a:moveTo>
                  <a:lnTo>
                    <a:pt x="6045200" y="3098800"/>
                  </a:lnTo>
                  <a:lnTo>
                    <a:pt x="6045200" y="3483838"/>
                  </a:lnTo>
                  <a:lnTo>
                    <a:pt x="6286500" y="3483838"/>
                  </a:lnTo>
                  <a:lnTo>
                    <a:pt x="6286500" y="309880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6"/>
            <p:cNvSpPr/>
            <p:nvPr/>
          </p:nvSpPr>
          <p:spPr>
            <a:xfrm>
              <a:off x="2425700" y="1816100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0" y="0"/>
                  </a:moveTo>
                  <a:lnTo>
                    <a:pt x="254000" y="0"/>
                  </a:lnTo>
                  <a:lnTo>
                    <a:pt x="254000" y="3483833"/>
                  </a:lnTo>
                  <a:lnTo>
                    <a:pt x="0" y="3483833"/>
                  </a:lnTo>
                  <a:lnTo>
                    <a:pt x="0" y="0"/>
                  </a:lnTo>
                  <a:close/>
                </a:path>
                <a:path w="6286500" h="3484245">
                  <a:moveTo>
                    <a:pt x="3022600" y="2552700"/>
                  </a:moveTo>
                  <a:lnTo>
                    <a:pt x="3276600" y="2552700"/>
                  </a:lnTo>
                  <a:lnTo>
                    <a:pt x="3276600" y="3483833"/>
                  </a:lnTo>
                  <a:lnTo>
                    <a:pt x="3022600" y="3483833"/>
                  </a:lnTo>
                  <a:lnTo>
                    <a:pt x="3022600" y="2552700"/>
                  </a:lnTo>
                  <a:close/>
                </a:path>
                <a:path w="6286500" h="3484245">
                  <a:moveTo>
                    <a:pt x="6045200" y="3098800"/>
                  </a:moveTo>
                  <a:lnTo>
                    <a:pt x="6286500" y="3098800"/>
                  </a:lnTo>
                  <a:lnTo>
                    <a:pt x="6286500" y="3483833"/>
                  </a:lnTo>
                  <a:lnTo>
                    <a:pt x="6045200" y="3483833"/>
                  </a:lnTo>
                  <a:lnTo>
                    <a:pt x="6045200" y="3098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7"/>
            <p:cNvSpPr/>
            <p:nvPr/>
          </p:nvSpPr>
          <p:spPr>
            <a:xfrm>
              <a:off x="2743200" y="4673599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254000" y="0"/>
                  </a:moveTo>
                  <a:lnTo>
                    <a:pt x="0" y="0"/>
                  </a:lnTo>
                  <a:lnTo>
                    <a:pt x="0" y="626338"/>
                  </a:lnTo>
                  <a:lnTo>
                    <a:pt x="254000" y="626338"/>
                  </a:lnTo>
                  <a:lnTo>
                    <a:pt x="254000" y="0"/>
                  </a:lnTo>
                  <a:close/>
                </a:path>
                <a:path w="6286500" h="626745">
                  <a:moveTo>
                    <a:pt x="3276600" y="50800"/>
                  </a:moveTo>
                  <a:lnTo>
                    <a:pt x="3022600" y="50800"/>
                  </a:lnTo>
                  <a:lnTo>
                    <a:pt x="3022600" y="626338"/>
                  </a:lnTo>
                  <a:lnTo>
                    <a:pt x="3276600" y="626338"/>
                  </a:lnTo>
                  <a:lnTo>
                    <a:pt x="3276600" y="50800"/>
                  </a:lnTo>
                  <a:close/>
                </a:path>
                <a:path w="6286500" h="626745">
                  <a:moveTo>
                    <a:pt x="6286500" y="254000"/>
                  </a:moveTo>
                  <a:lnTo>
                    <a:pt x="6045200" y="254000"/>
                  </a:lnTo>
                  <a:lnTo>
                    <a:pt x="6045200" y="626338"/>
                  </a:lnTo>
                  <a:lnTo>
                    <a:pt x="6286500" y="626338"/>
                  </a:lnTo>
                  <a:lnTo>
                    <a:pt x="6286500" y="25400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"/>
            <p:cNvSpPr/>
            <p:nvPr/>
          </p:nvSpPr>
          <p:spPr>
            <a:xfrm>
              <a:off x="2743200" y="4673600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0" y="0"/>
                  </a:moveTo>
                  <a:lnTo>
                    <a:pt x="254000" y="0"/>
                  </a:lnTo>
                  <a:lnTo>
                    <a:pt x="254000" y="626333"/>
                  </a:lnTo>
                  <a:lnTo>
                    <a:pt x="0" y="626333"/>
                  </a:lnTo>
                  <a:lnTo>
                    <a:pt x="0" y="0"/>
                  </a:lnTo>
                  <a:close/>
                </a:path>
                <a:path w="6286500" h="626745">
                  <a:moveTo>
                    <a:pt x="3022600" y="50800"/>
                  </a:moveTo>
                  <a:lnTo>
                    <a:pt x="3276600" y="50800"/>
                  </a:lnTo>
                  <a:lnTo>
                    <a:pt x="3276600" y="626333"/>
                  </a:lnTo>
                  <a:lnTo>
                    <a:pt x="3022600" y="626333"/>
                  </a:lnTo>
                  <a:lnTo>
                    <a:pt x="3022600" y="50800"/>
                  </a:lnTo>
                  <a:close/>
                </a:path>
                <a:path w="6286500" h="626745">
                  <a:moveTo>
                    <a:pt x="6045200" y="254000"/>
                  </a:moveTo>
                  <a:lnTo>
                    <a:pt x="6286500" y="254000"/>
                  </a:lnTo>
                  <a:lnTo>
                    <a:pt x="6286500" y="626333"/>
                  </a:lnTo>
                  <a:lnTo>
                    <a:pt x="6045200" y="626333"/>
                  </a:lnTo>
                  <a:lnTo>
                    <a:pt x="6045200" y="254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9"/>
            <p:cNvSpPr/>
            <p:nvPr/>
          </p:nvSpPr>
          <p:spPr>
            <a:xfrm>
              <a:off x="3060700" y="4533899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254000" y="12700"/>
                  </a:moveTo>
                  <a:lnTo>
                    <a:pt x="0" y="12700"/>
                  </a:lnTo>
                  <a:lnTo>
                    <a:pt x="0" y="766038"/>
                  </a:lnTo>
                  <a:lnTo>
                    <a:pt x="254000" y="766038"/>
                  </a:lnTo>
                  <a:lnTo>
                    <a:pt x="254000" y="12700"/>
                  </a:lnTo>
                  <a:close/>
                </a:path>
                <a:path w="6286500" h="766445">
                  <a:moveTo>
                    <a:pt x="3276600" y="0"/>
                  </a:moveTo>
                  <a:lnTo>
                    <a:pt x="3022600" y="0"/>
                  </a:lnTo>
                  <a:lnTo>
                    <a:pt x="3022600" y="766038"/>
                  </a:lnTo>
                  <a:lnTo>
                    <a:pt x="3276600" y="766038"/>
                  </a:lnTo>
                  <a:lnTo>
                    <a:pt x="3276600" y="0"/>
                  </a:lnTo>
                  <a:close/>
                </a:path>
                <a:path w="6286500" h="766445">
                  <a:moveTo>
                    <a:pt x="6286500" y="444500"/>
                  </a:moveTo>
                  <a:lnTo>
                    <a:pt x="6045200" y="444500"/>
                  </a:lnTo>
                  <a:lnTo>
                    <a:pt x="6045200" y="766038"/>
                  </a:lnTo>
                  <a:lnTo>
                    <a:pt x="6286500" y="766038"/>
                  </a:lnTo>
                  <a:lnTo>
                    <a:pt x="6286500" y="44450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10"/>
            <p:cNvSpPr/>
            <p:nvPr/>
          </p:nvSpPr>
          <p:spPr>
            <a:xfrm>
              <a:off x="3060700" y="4533900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0" y="12700"/>
                  </a:moveTo>
                  <a:lnTo>
                    <a:pt x="254000" y="12700"/>
                  </a:lnTo>
                  <a:lnTo>
                    <a:pt x="254000" y="766033"/>
                  </a:lnTo>
                  <a:lnTo>
                    <a:pt x="0" y="766033"/>
                  </a:lnTo>
                  <a:lnTo>
                    <a:pt x="0" y="12700"/>
                  </a:lnTo>
                  <a:close/>
                </a:path>
                <a:path w="6286500" h="766445">
                  <a:moveTo>
                    <a:pt x="3022600" y="0"/>
                  </a:moveTo>
                  <a:lnTo>
                    <a:pt x="3276600" y="0"/>
                  </a:lnTo>
                  <a:lnTo>
                    <a:pt x="3276600" y="766033"/>
                  </a:lnTo>
                  <a:lnTo>
                    <a:pt x="3022600" y="766033"/>
                  </a:lnTo>
                  <a:lnTo>
                    <a:pt x="3022600" y="0"/>
                  </a:lnTo>
                  <a:close/>
                </a:path>
                <a:path w="6286500" h="766445">
                  <a:moveTo>
                    <a:pt x="6045200" y="444500"/>
                  </a:moveTo>
                  <a:lnTo>
                    <a:pt x="6286500" y="444500"/>
                  </a:lnTo>
                  <a:lnTo>
                    <a:pt x="6286500" y="766033"/>
                  </a:lnTo>
                  <a:lnTo>
                    <a:pt x="6045200" y="766033"/>
                  </a:lnTo>
                  <a:lnTo>
                    <a:pt x="6045200" y="444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11"/>
            <p:cNvSpPr/>
            <p:nvPr/>
          </p:nvSpPr>
          <p:spPr>
            <a:xfrm>
              <a:off x="3378200" y="4254499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254000" y="0"/>
                  </a:moveTo>
                  <a:lnTo>
                    <a:pt x="0" y="0"/>
                  </a:lnTo>
                  <a:lnTo>
                    <a:pt x="0" y="1045438"/>
                  </a:lnTo>
                  <a:lnTo>
                    <a:pt x="254000" y="1045438"/>
                  </a:lnTo>
                  <a:lnTo>
                    <a:pt x="254000" y="0"/>
                  </a:lnTo>
                  <a:close/>
                </a:path>
                <a:path w="6286500" h="1045845">
                  <a:moveTo>
                    <a:pt x="3276600" y="76200"/>
                  </a:moveTo>
                  <a:lnTo>
                    <a:pt x="3022600" y="76200"/>
                  </a:lnTo>
                  <a:lnTo>
                    <a:pt x="3022600" y="1045438"/>
                  </a:lnTo>
                  <a:lnTo>
                    <a:pt x="3276600" y="1045438"/>
                  </a:lnTo>
                  <a:lnTo>
                    <a:pt x="3276600" y="76200"/>
                  </a:lnTo>
                  <a:close/>
                </a:path>
                <a:path w="6286500" h="1045845">
                  <a:moveTo>
                    <a:pt x="6286500" y="812800"/>
                  </a:moveTo>
                  <a:lnTo>
                    <a:pt x="6045200" y="812800"/>
                  </a:lnTo>
                  <a:lnTo>
                    <a:pt x="6045200" y="1045438"/>
                  </a:lnTo>
                  <a:lnTo>
                    <a:pt x="6286500" y="1045438"/>
                  </a:lnTo>
                  <a:lnTo>
                    <a:pt x="6286500" y="81280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12"/>
            <p:cNvSpPr/>
            <p:nvPr/>
          </p:nvSpPr>
          <p:spPr>
            <a:xfrm>
              <a:off x="3378200" y="4254500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0" y="0"/>
                  </a:moveTo>
                  <a:lnTo>
                    <a:pt x="254000" y="0"/>
                  </a:lnTo>
                  <a:lnTo>
                    <a:pt x="254000" y="1045433"/>
                  </a:lnTo>
                  <a:lnTo>
                    <a:pt x="0" y="1045433"/>
                  </a:lnTo>
                  <a:lnTo>
                    <a:pt x="0" y="0"/>
                  </a:lnTo>
                  <a:close/>
                </a:path>
                <a:path w="6286500" h="1045845">
                  <a:moveTo>
                    <a:pt x="3022600" y="76200"/>
                  </a:moveTo>
                  <a:lnTo>
                    <a:pt x="3276600" y="76200"/>
                  </a:lnTo>
                  <a:lnTo>
                    <a:pt x="3276600" y="1045433"/>
                  </a:lnTo>
                  <a:lnTo>
                    <a:pt x="3022600" y="1045433"/>
                  </a:lnTo>
                  <a:lnTo>
                    <a:pt x="3022600" y="76200"/>
                  </a:lnTo>
                  <a:close/>
                </a:path>
                <a:path w="6286500" h="1045845">
                  <a:moveTo>
                    <a:pt x="6045200" y="812800"/>
                  </a:moveTo>
                  <a:lnTo>
                    <a:pt x="6286500" y="812800"/>
                  </a:lnTo>
                  <a:lnTo>
                    <a:pt x="6286500" y="1045433"/>
                  </a:lnTo>
                  <a:lnTo>
                    <a:pt x="6045200" y="1045433"/>
                  </a:lnTo>
                  <a:lnTo>
                    <a:pt x="6045200" y="812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13"/>
            <p:cNvSpPr/>
            <p:nvPr/>
          </p:nvSpPr>
          <p:spPr>
            <a:xfrm>
              <a:off x="3695700" y="3200399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254000" y="0"/>
                  </a:moveTo>
                  <a:lnTo>
                    <a:pt x="0" y="0"/>
                  </a:lnTo>
                  <a:lnTo>
                    <a:pt x="0" y="2099538"/>
                  </a:lnTo>
                  <a:lnTo>
                    <a:pt x="254000" y="2099538"/>
                  </a:lnTo>
                  <a:lnTo>
                    <a:pt x="254000" y="0"/>
                  </a:lnTo>
                  <a:close/>
                </a:path>
                <a:path w="6286500" h="2099945">
                  <a:moveTo>
                    <a:pt x="3276600" y="165100"/>
                  </a:moveTo>
                  <a:lnTo>
                    <a:pt x="3022600" y="165100"/>
                  </a:lnTo>
                  <a:lnTo>
                    <a:pt x="3022600" y="2099538"/>
                  </a:lnTo>
                  <a:lnTo>
                    <a:pt x="3276600" y="2099538"/>
                  </a:lnTo>
                  <a:lnTo>
                    <a:pt x="3276600" y="165100"/>
                  </a:lnTo>
                  <a:close/>
                </a:path>
                <a:path w="6286500" h="2099945">
                  <a:moveTo>
                    <a:pt x="6286500" y="2019300"/>
                  </a:moveTo>
                  <a:lnTo>
                    <a:pt x="6045200" y="2019300"/>
                  </a:lnTo>
                  <a:lnTo>
                    <a:pt x="6045200" y="2099538"/>
                  </a:lnTo>
                  <a:lnTo>
                    <a:pt x="6286500" y="2099538"/>
                  </a:lnTo>
                  <a:lnTo>
                    <a:pt x="6286500" y="201930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14"/>
            <p:cNvSpPr/>
            <p:nvPr/>
          </p:nvSpPr>
          <p:spPr>
            <a:xfrm>
              <a:off x="3695700" y="3200400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0" y="0"/>
                  </a:moveTo>
                  <a:lnTo>
                    <a:pt x="254000" y="0"/>
                  </a:lnTo>
                  <a:lnTo>
                    <a:pt x="254000" y="2099533"/>
                  </a:lnTo>
                  <a:lnTo>
                    <a:pt x="0" y="2099533"/>
                  </a:lnTo>
                  <a:lnTo>
                    <a:pt x="0" y="0"/>
                  </a:lnTo>
                  <a:close/>
                </a:path>
                <a:path w="6286500" h="2099945">
                  <a:moveTo>
                    <a:pt x="3022600" y="165100"/>
                  </a:moveTo>
                  <a:lnTo>
                    <a:pt x="3276600" y="165100"/>
                  </a:lnTo>
                  <a:lnTo>
                    <a:pt x="3276600" y="2099533"/>
                  </a:lnTo>
                  <a:lnTo>
                    <a:pt x="3022600" y="2099533"/>
                  </a:lnTo>
                  <a:lnTo>
                    <a:pt x="3022600" y="165100"/>
                  </a:lnTo>
                  <a:close/>
                </a:path>
                <a:path w="6286500" h="2099945">
                  <a:moveTo>
                    <a:pt x="6045200" y="2019300"/>
                  </a:moveTo>
                  <a:lnTo>
                    <a:pt x="6286500" y="2019300"/>
                  </a:lnTo>
                  <a:lnTo>
                    <a:pt x="6286500" y="2099533"/>
                  </a:lnTo>
                  <a:lnTo>
                    <a:pt x="6045200" y="2099533"/>
                  </a:lnTo>
                  <a:lnTo>
                    <a:pt x="6045200" y="2019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15"/>
            <p:cNvSpPr/>
            <p:nvPr/>
          </p:nvSpPr>
          <p:spPr>
            <a:xfrm>
              <a:off x="4013200" y="2298699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254000" y="0"/>
                  </a:moveTo>
                  <a:lnTo>
                    <a:pt x="0" y="0"/>
                  </a:lnTo>
                  <a:lnTo>
                    <a:pt x="0" y="3001238"/>
                  </a:lnTo>
                  <a:lnTo>
                    <a:pt x="254000" y="3001238"/>
                  </a:lnTo>
                  <a:lnTo>
                    <a:pt x="254000" y="0"/>
                  </a:lnTo>
                  <a:close/>
                </a:path>
                <a:path w="6286500" h="3001645">
                  <a:moveTo>
                    <a:pt x="3276600" y="2184400"/>
                  </a:moveTo>
                  <a:lnTo>
                    <a:pt x="3022600" y="2184400"/>
                  </a:lnTo>
                  <a:lnTo>
                    <a:pt x="3022600" y="3001238"/>
                  </a:lnTo>
                  <a:lnTo>
                    <a:pt x="3276600" y="3001238"/>
                  </a:lnTo>
                  <a:lnTo>
                    <a:pt x="3276600" y="2184400"/>
                  </a:lnTo>
                  <a:close/>
                </a:path>
                <a:path w="6286500" h="3001645">
                  <a:moveTo>
                    <a:pt x="6286500" y="2527300"/>
                  </a:moveTo>
                  <a:lnTo>
                    <a:pt x="6045200" y="2527300"/>
                  </a:lnTo>
                  <a:lnTo>
                    <a:pt x="6045200" y="3001238"/>
                  </a:lnTo>
                  <a:lnTo>
                    <a:pt x="6286500" y="3001238"/>
                  </a:lnTo>
                  <a:lnTo>
                    <a:pt x="6286500" y="252730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16"/>
            <p:cNvSpPr/>
            <p:nvPr/>
          </p:nvSpPr>
          <p:spPr>
            <a:xfrm>
              <a:off x="4013200" y="2298700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0" y="0"/>
                  </a:moveTo>
                  <a:lnTo>
                    <a:pt x="254000" y="0"/>
                  </a:lnTo>
                  <a:lnTo>
                    <a:pt x="254000" y="3001233"/>
                  </a:lnTo>
                  <a:lnTo>
                    <a:pt x="0" y="3001233"/>
                  </a:lnTo>
                  <a:lnTo>
                    <a:pt x="0" y="0"/>
                  </a:lnTo>
                  <a:close/>
                </a:path>
                <a:path w="6286500" h="3001645">
                  <a:moveTo>
                    <a:pt x="3022600" y="2184400"/>
                  </a:moveTo>
                  <a:lnTo>
                    <a:pt x="3276600" y="2184400"/>
                  </a:lnTo>
                  <a:lnTo>
                    <a:pt x="3276600" y="3001233"/>
                  </a:lnTo>
                  <a:lnTo>
                    <a:pt x="3022600" y="3001233"/>
                  </a:lnTo>
                  <a:lnTo>
                    <a:pt x="3022600" y="2184400"/>
                  </a:lnTo>
                  <a:close/>
                </a:path>
                <a:path w="6286500" h="3001645">
                  <a:moveTo>
                    <a:pt x="6045200" y="2527300"/>
                  </a:moveTo>
                  <a:lnTo>
                    <a:pt x="6286500" y="2527300"/>
                  </a:lnTo>
                  <a:lnTo>
                    <a:pt x="6286500" y="3001233"/>
                  </a:lnTo>
                  <a:lnTo>
                    <a:pt x="6045200" y="3001233"/>
                  </a:lnTo>
                  <a:lnTo>
                    <a:pt x="6045200" y="2527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17"/>
            <p:cNvSpPr/>
            <p:nvPr/>
          </p:nvSpPr>
          <p:spPr>
            <a:xfrm>
              <a:off x="4330700" y="2412999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254000" y="0"/>
                  </a:moveTo>
                  <a:lnTo>
                    <a:pt x="0" y="0"/>
                  </a:lnTo>
                  <a:lnTo>
                    <a:pt x="0" y="2886938"/>
                  </a:lnTo>
                  <a:lnTo>
                    <a:pt x="254000" y="2886938"/>
                  </a:lnTo>
                  <a:lnTo>
                    <a:pt x="254000" y="0"/>
                  </a:lnTo>
                  <a:close/>
                </a:path>
                <a:path w="6286500" h="2887345">
                  <a:moveTo>
                    <a:pt x="3276600" y="2070100"/>
                  </a:moveTo>
                  <a:lnTo>
                    <a:pt x="3022600" y="2070100"/>
                  </a:lnTo>
                  <a:lnTo>
                    <a:pt x="3022600" y="2886938"/>
                  </a:lnTo>
                  <a:lnTo>
                    <a:pt x="3276600" y="2886938"/>
                  </a:lnTo>
                  <a:lnTo>
                    <a:pt x="3276600" y="2070100"/>
                  </a:lnTo>
                  <a:close/>
                </a:path>
                <a:path w="6286500" h="2887345">
                  <a:moveTo>
                    <a:pt x="6286500" y="2425700"/>
                  </a:moveTo>
                  <a:lnTo>
                    <a:pt x="6045200" y="2425700"/>
                  </a:lnTo>
                  <a:lnTo>
                    <a:pt x="6045200" y="2886938"/>
                  </a:lnTo>
                  <a:lnTo>
                    <a:pt x="6286500" y="2886938"/>
                  </a:lnTo>
                  <a:lnTo>
                    <a:pt x="6286500" y="242570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18"/>
            <p:cNvSpPr/>
            <p:nvPr/>
          </p:nvSpPr>
          <p:spPr>
            <a:xfrm>
              <a:off x="4330700" y="2413000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0" y="0"/>
                  </a:moveTo>
                  <a:lnTo>
                    <a:pt x="254000" y="0"/>
                  </a:lnTo>
                  <a:lnTo>
                    <a:pt x="254000" y="2886933"/>
                  </a:lnTo>
                  <a:lnTo>
                    <a:pt x="0" y="2886933"/>
                  </a:lnTo>
                  <a:lnTo>
                    <a:pt x="0" y="0"/>
                  </a:lnTo>
                  <a:close/>
                </a:path>
                <a:path w="6286500" h="2887345">
                  <a:moveTo>
                    <a:pt x="3022600" y="2070100"/>
                  </a:moveTo>
                  <a:lnTo>
                    <a:pt x="3276600" y="2070100"/>
                  </a:lnTo>
                  <a:lnTo>
                    <a:pt x="3276600" y="2886933"/>
                  </a:lnTo>
                  <a:lnTo>
                    <a:pt x="3022600" y="2886933"/>
                  </a:lnTo>
                  <a:lnTo>
                    <a:pt x="3022600" y="2070100"/>
                  </a:lnTo>
                  <a:close/>
                </a:path>
                <a:path w="6286500" h="2887345">
                  <a:moveTo>
                    <a:pt x="6045200" y="2425700"/>
                  </a:moveTo>
                  <a:lnTo>
                    <a:pt x="6286500" y="2425700"/>
                  </a:lnTo>
                  <a:lnTo>
                    <a:pt x="6286500" y="2886933"/>
                  </a:lnTo>
                  <a:lnTo>
                    <a:pt x="6045200" y="2886933"/>
                  </a:lnTo>
                  <a:lnTo>
                    <a:pt x="6045200" y="24257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19"/>
            <p:cNvSpPr/>
            <p:nvPr/>
          </p:nvSpPr>
          <p:spPr>
            <a:xfrm>
              <a:off x="4648200" y="3949699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254000" y="0"/>
                  </a:moveTo>
                  <a:lnTo>
                    <a:pt x="0" y="0"/>
                  </a:lnTo>
                  <a:lnTo>
                    <a:pt x="0" y="1350238"/>
                  </a:lnTo>
                  <a:lnTo>
                    <a:pt x="254000" y="1350238"/>
                  </a:lnTo>
                  <a:lnTo>
                    <a:pt x="254000" y="0"/>
                  </a:lnTo>
                  <a:close/>
                </a:path>
                <a:path w="6286500" h="1350645">
                  <a:moveTo>
                    <a:pt x="3276600" y="787400"/>
                  </a:moveTo>
                  <a:lnTo>
                    <a:pt x="3022600" y="787400"/>
                  </a:lnTo>
                  <a:lnTo>
                    <a:pt x="3022600" y="1350238"/>
                  </a:lnTo>
                  <a:lnTo>
                    <a:pt x="3276600" y="1350238"/>
                  </a:lnTo>
                  <a:lnTo>
                    <a:pt x="3276600" y="787400"/>
                  </a:lnTo>
                  <a:close/>
                </a:path>
                <a:path w="6286500" h="1350645">
                  <a:moveTo>
                    <a:pt x="6286500" y="1295400"/>
                  </a:moveTo>
                  <a:lnTo>
                    <a:pt x="6045200" y="1295400"/>
                  </a:lnTo>
                  <a:lnTo>
                    <a:pt x="6045200" y="1350238"/>
                  </a:lnTo>
                  <a:lnTo>
                    <a:pt x="6286500" y="1350238"/>
                  </a:lnTo>
                  <a:lnTo>
                    <a:pt x="6286500" y="129540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20"/>
            <p:cNvSpPr/>
            <p:nvPr/>
          </p:nvSpPr>
          <p:spPr>
            <a:xfrm>
              <a:off x="4648200" y="3949700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0" y="0"/>
                  </a:moveTo>
                  <a:lnTo>
                    <a:pt x="254000" y="0"/>
                  </a:lnTo>
                  <a:lnTo>
                    <a:pt x="254000" y="1350233"/>
                  </a:lnTo>
                  <a:lnTo>
                    <a:pt x="0" y="1350233"/>
                  </a:lnTo>
                  <a:lnTo>
                    <a:pt x="0" y="0"/>
                  </a:lnTo>
                  <a:close/>
                </a:path>
                <a:path w="6286500" h="1350645">
                  <a:moveTo>
                    <a:pt x="3022600" y="787400"/>
                  </a:moveTo>
                  <a:lnTo>
                    <a:pt x="3276600" y="787400"/>
                  </a:lnTo>
                  <a:lnTo>
                    <a:pt x="3276600" y="1350233"/>
                  </a:lnTo>
                  <a:lnTo>
                    <a:pt x="3022600" y="1350233"/>
                  </a:lnTo>
                  <a:lnTo>
                    <a:pt x="3022600" y="787400"/>
                  </a:lnTo>
                  <a:close/>
                </a:path>
                <a:path w="6286500" h="1350645">
                  <a:moveTo>
                    <a:pt x="6045200" y="1295400"/>
                  </a:moveTo>
                  <a:lnTo>
                    <a:pt x="6286500" y="1295400"/>
                  </a:lnTo>
                  <a:lnTo>
                    <a:pt x="6286500" y="1350233"/>
                  </a:lnTo>
                  <a:lnTo>
                    <a:pt x="6045200" y="1350233"/>
                  </a:lnTo>
                  <a:lnTo>
                    <a:pt x="6045200" y="1295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21"/>
            <p:cNvSpPr/>
            <p:nvPr/>
          </p:nvSpPr>
          <p:spPr>
            <a:xfrm>
              <a:off x="2153339" y="5299932"/>
              <a:ext cx="9060815" cy="0"/>
            </a:xfrm>
            <a:custGeom>
              <a:avLst/>
              <a:gdLst/>
              <a:ahLst/>
              <a:cxnLst/>
              <a:rect l="l" t="t" r="r" b="b"/>
              <a:pathLst>
                <a:path w="9060815">
                  <a:moveTo>
                    <a:pt x="0" y="0"/>
                  </a:moveTo>
                  <a:lnTo>
                    <a:pt x="9060761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22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23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24"/>
          <p:cNvSpPr/>
          <p:nvPr/>
        </p:nvSpPr>
        <p:spPr>
          <a:xfrm>
            <a:off x="2142453" y="1665366"/>
            <a:ext cx="9060815" cy="0"/>
          </a:xfrm>
          <a:custGeom>
            <a:avLst/>
            <a:gdLst/>
            <a:ahLst/>
            <a:cxnLst/>
            <a:rect l="l" t="t" r="r" b="b"/>
            <a:pathLst>
              <a:path w="9060815">
                <a:moveTo>
                  <a:pt x="0" y="0"/>
                </a:moveTo>
                <a:lnTo>
                  <a:pt x="906076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25"/>
          <p:cNvSpPr txBox="1"/>
          <p:nvPr/>
        </p:nvSpPr>
        <p:spPr>
          <a:xfrm>
            <a:off x="1383510" y="1430565"/>
            <a:ext cx="488950" cy="421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8890" algn="r">
              <a:lnSpc>
                <a:spcPct val="100000"/>
              </a:lnSpc>
              <a:spcBef>
                <a:spcPts val="214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" name="object 26"/>
          <p:cNvSpPr txBox="1"/>
          <p:nvPr/>
        </p:nvSpPr>
        <p:spPr>
          <a:xfrm>
            <a:off x="2983987" y="5655092"/>
            <a:ext cx="1340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Sequential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5" name="object 27"/>
          <p:cNvSpPr txBox="1"/>
          <p:nvPr/>
        </p:nvSpPr>
        <p:spPr>
          <a:xfrm>
            <a:off x="6142163" y="5655092"/>
            <a:ext cx="1056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Random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object 28"/>
          <p:cNvSpPr txBox="1"/>
          <p:nvPr/>
        </p:nvSpPr>
        <p:spPr>
          <a:xfrm>
            <a:off x="9315324" y="5655092"/>
            <a:ext cx="761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Stride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7" name="object 29"/>
          <p:cNvSpPr txBox="1"/>
          <p:nvPr/>
        </p:nvSpPr>
        <p:spPr>
          <a:xfrm>
            <a:off x="975249" y="2380701"/>
            <a:ext cx="397510" cy="2392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Throughput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(MB/s)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8" name="object 30"/>
          <p:cNvGrpSpPr/>
          <p:nvPr/>
        </p:nvGrpSpPr>
        <p:grpSpPr>
          <a:xfrm>
            <a:off x="8719844" y="1712230"/>
            <a:ext cx="193040" cy="193040"/>
            <a:chOff x="8730730" y="1524741"/>
            <a:chExt cx="193040" cy="193040"/>
          </a:xfrm>
        </p:grpSpPr>
        <p:sp>
          <p:nvSpPr>
            <p:cNvPr id="109" name="object 31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32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33"/>
          <p:cNvSpPr txBox="1"/>
          <p:nvPr/>
        </p:nvSpPr>
        <p:spPr>
          <a:xfrm>
            <a:off x="8966213" y="1954821"/>
            <a:ext cx="153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4K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2" name="object 34"/>
          <p:cNvGrpSpPr/>
          <p:nvPr/>
        </p:nvGrpSpPr>
        <p:grpSpPr>
          <a:xfrm>
            <a:off x="8719844" y="2478443"/>
            <a:ext cx="193040" cy="2108835"/>
            <a:chOff x="8730730" y="2290954"/>
            <a:chExt cx="193040" cy="2108835"/>
          </a:xfrm>
        </p:grpSpPr>
        <p:sp>
          <p:nvSpPr>
            <p:cNvPr id="113" name="object 35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36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37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38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39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40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41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42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43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44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45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46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47"/>
          <p:cNvSpPr txBox="1"/>
          <p:nvPr/>
        </p:nvSpPr>
        <p:spPr>
          <a:xfrm>
            <a:off x="8966213" y="2320580"/>
            <a:ext cx="168275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8K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16K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6" name="object 48"/>
          <p:cNvSpPr txBox="1"/>
          <p:nvPr/>
        </p:nvSpPr>
        <p:spPr>
          <a:xfrm>
            <a:off x="8966213" y="3103917"/>
            <a:ext cx="183515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128K Ext4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7" name="object 49"/>
          <p:cNvSpPr txBox="1"/>
          <p:nvPr/>
        </p:nvSpPr>
        <p:spPr>
          <a:xfrm>
            <a:off x="8966213" y="3872012"/>
            <a:ext cx="59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F2FS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8" name="object 50"/>
          <p:cNvSpPr txBox="1"/>
          <p:nvPr/>
        </p:nvSpPr>
        <p:spPr>
          <a:xfrm>
            <a:off x="8966213" y="4256060"/>
            <a:ext cx="615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Btrfs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9" name="object 51"/>
          <p:cNvSpPr txBox="1"/>
          <p:nvPr/>
        </p:nvSpPr>
        <p:spPr>
          <a:xfrm>
            <a:off x="2125110" y="1036356"/>
            <a:ext cx="7667625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FIO,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enwik9,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HiKey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960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A73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2362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MHz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183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EROFS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272143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微基准测试：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object 3"/>
          <p:cNvGrpSpPr/>
          <p:nvPr/>
        </p:nvGrpSpPr>
        <p:grpSpPr>
          <a:xfrm>
            <a:off x="2148577" y="1955800"/>
            <a:ext cx="9070340" cy="3509645"/>
            <a:chOff x="2148577" y="1803400"/>
            <a:chExt cx="9070340" cy="3509645"/>
          </a:xfrm>
        </p:grpSpPr>
        <p:sp>
          <p:nvSpPr>
            <p:cNvPr id="139" name="object 4"/>
            <p:cNvSpPr/>
            <p:nvPr/>
          </p:nvSpPr>
          <p:spPr>
            <a:xfrm>
              <a:off x="2153339" y="2120900"/>
              <a:ext cx="9060815" cy="2540000"/>
            </a:xfrm>
            <a:custGeom>
              <a:avLst/>
              <a:gdLst/>
              <a:ahLst/>
              <a:cxnLst/>
              <a:rect l="l" t="t" r="r" b="b"/>
              <a:pathLst>
                <a:path w="9060815" h="2540000">
                  <a:moveTo>
                    <a:pt x="5453960" y="2540000"/>
                  </a:moveTo>
                  <a:lnTo>
                    <a:pt x="9060761" y="2540000"/>
                  </a:lnTo>
                </a:path>
                <a:path w="9060815" h="2540000">
                  <a:moveTo>
                    <a:pt x="2431360" y="2540000"/>
                  </a:moveTo>
                  <a:lnTo>
                    <a:pt x="2494860" y="2540000"/>
                  </a:lnTo>
                </a:path>
                <a:path w="9060815" h="2540000">
                  <a:moveTo>
                    <a:pt x="0" y="2540000"/>
                  </a:moveTo>
                  <a:lnTo>
                    <a:pt x="272360" y="2540000"/>
                  </a:lnTo>
                </a:path>
                <a:path w="9060815" h="2540000">
                  <a:moveTo>
                    <a:pt x="4818960" y="2540000"/>
                  </a:moveTo>
                  <a:lnTo>
                    <a:pt x="4882460" y="2540000"/>
                  </a:lnTo>
                </a:path>
                <a:path w="9060815" h="2540000">
                  <a:moveTo>
                    <a:pt x="4183960" y="2540000"/>
                  </a:moveTo>
                  <a:lnTo>
                    <a:pt x="4247460" y="2540000"/>
                  </a:lnTo>
                </a:path>
                <a:path w="9060815" h="2540000">
                  <a:moveTo>
                    <a:pt x="4501460" y="2540000"/>
                  </a:moveTo>
                  <a:lnTo>
                    <a:pt x="4564960" y="2540000"/>
                  </a:lnTo>
                </a:path>
                <a:path w="9060815" h="2540000">
                  <a:moveTo>
                    <a:pt x="5136460" y="2540000"/>
                  </a:moveTo>
                  <a:lnTo>
                    <a:pt x="5199960" y="2540000"/>
                  </a:lnTo>
                </a:path>
                <a:path w="9060815" h="2540000">
                  <a:moveTo>
                    <a:pt x="3548960" y="2540000"/>
                  </a:moveTo>
                  <a:lnTo>
                    <a:pt x="3929960" y="2540000"/>
                  </a:lnTo>
                </a:path>
                <a:path w="9060815" h="2540000">
                  <a:moveTo>
                    <a:pt x="1796360" y="2540000"/>
                  </a:moveTo>
                  <a:lnTo>
                    <a:pt x="1859860" y="2540000"/>
                  </a:lnTo>
                </a:path>
                <a:path w="9060815" h="2540000">
                  <a:moveTo>
                    <a:pt x="1478860" y="2540000"/>
                  </a:moveTo>
                  <a:lnTo>
                    <a:pt x="1542360" y="2540000"/>
                  </a:lnTo>
                </a:path>
                <a:path w="9060815" h="2540000">
                  <a:moveTo>
                    <a:pt x="2113860" y="2540000"/>
                  </a:moveTo>
                  <a:lnTo>
                    <a:pt x="2177360" y="2540000"/>
                  </a:lnTo>
                </a:path>
                <a:path w="9060815" h="2540000">
                  <a:moveTo>
                    <a:pt x="2748860" y="2540000"/>
                  </a:moveTo>
                  <a:lnTo>
                    <a:pt x="3294960" y="2540000"/>
                  </a:lnTo>
                </a:path>
                <a:path w="9060815" h="2540000">
                  <a:moveTo>
                    <a:pt x="1161360" y="2540000"/>
                  </a:moveTo>
                  <a:lnTo>
                    <a:pt x="1224860" y="2540000"/>
                  </a:lnTo>
                </a:path>
                <a:path w="9060815" h="2540000">
                  <a:moveTo>
                    <a:pt x="526360" y="2540000"/>
                  </a:moveTo>
                  <a:lnTo>
                    <a:pt x="907360" y="2540000"/>
                  </a:lnTo>
                </a:path>
                <a:path w="9060815" h="2540000">
                  <a:moveTo>
                    <a:pt x="2748860" y="1905000"/>
                  </a:moveTo>
                  <a:lnTo>
                    <a:pt x="4564960" y="1905000"/>
                  </a:lnTo>
                </a:path>
                <a:path w="9060815" h="2540000">
                  <a:moveTo>
                    <a:pt x="4818960" y="1905000"/>
                  </a:moveTo>
                  <a:lnTo>
                    <a:pt x="9060761" y="1905000"/>
                  </a:lnTo>
                </a:path>
                <a:path w="9060815" h="2540000">
                  <a:moveTo>
                    <a:pt x="1796360" y="1905000"/>
                  </a:moveTo>
                  <a:lnTo>
                    <a:pt x="1859860" y="1905000"/>
                  </a:lnTo>
                </a:path>
                <a:path w="9060815" h="2540000">
                  <a:moveTo>
                    <a:pt x="0" y="1905000"/>
                  </a:moveTo>
                  <a:lnTo>
                    <a:pt x="272360" y="1905000"/>
                  </a:lnTo>
                </a:path>
                <a:path w="9060815" h="2540000">
                  <a:moveTo>
                    <a:pt x="2113860" y="1905000"/>
                  </a:moveTo>
                  <a:lnTo>
                    <a:pt x="2177360" y="1905000"/>
                  </a:lnTo>
                </a:path>
                <a:path w="9060815" h="2540000">
                  <a:moveTo>
                    <a:pt x="526360" y="1905000"/>
                  </a:moveTo>
                  <a:lnTo>
                    <a:pt x="1542360" y="1905000"/>
                  </a:lnTo>
                </a:path>
                <a:path w="9060815" h="2540000">
                  <a:moveTo>
                    <a:pt x="2431360" y="1905000"/>
                  </a:moveTo>
                  <a:lnTo>
                    <a:pt x="2494860" y="1905000"/>
                  </a:lnTo>
                </a:path>
                <a:path w="9060815" h="2540000">
                  <a:moveTo>
                    <a:pt x="1796360" y="1270000"/>
                  </a:moveTo>
                  <a:lnTo>
                    <a:pt x="1859860" y="1270000"/>
                  </a:lnTo>
                </a:path>
                <a:path w="9060815" h="2540000">
                  <a:moveTo>
                    <a:pt x="526360" y="1270000"/>
                  </a:moveTo>
                  <a:lnTo>
                    <a:pt x="1542360" y="1270000"/>
                  </a:lnTo>
                </a:path>
                <a:path w="9060815" h="2540000">
                  <a:moveTo>
                    <a:pt x="2431360" y="1270000"/>
                  </a:moveTo>
                  <a:lnTo>
                    <a:pt x="4564960" y="1270000"/>
                  </a:lnTo>
                </a:path>
                <a:path w="9060815" h="2540000">
                  <a:moveTo>
                    <a:pt x="4818960" y="1270000"/>
                  </a:moveTo>
                  <a:lnTo>
                    <a:pt x="9060761" y="1270000"/>
                  </a:lnTo>
                </a:path>
                <a:path w="9060815" h="2540000">
                  <a:moveTo>
                    <a:pt x="0" y="1270000"/>
                  </a:moveTo>
                  <a:lnTo>
                    <a:pt x="272360" y="1270000"/>
                  </a:lnTo>
                </a:path>
                <a:path w="9060815" h="2540000">
                  <a:moveTo>
                    <a:pt x="2113860" y="1270000"/>
                  </a:moveTo>
                  <a:lnTo>
                    <a:pt x="2177360" y="1270000"/>
                  </a:lnTo>
                </a:path>
                <a:path w="9060815" h="2540000">
                  <a:moveTo>
                    <a:pt x="6757512" y="635000"/>
                  </a:moveTo>
                  <a:lnTo>
                    <a:pt x="9060761" y="635000"/>
                  </a:lnTo>
                </a:path>
                <a:path w="9060815" h="2540000">
                  <a:moveTo>
                    <a:pt x="2431360" y="635000"/>
                  </a:moveTo>
                  <a:lnTo>
                    <a:pt x="6590090" y="635000"/>
                  </a:lnTo>
                </a:path>
                <a:path w="9060815" h="2540000">
                  <a:moveTo>
                    <a:pt x="2113860" y="635000"/>
                  </a:moveTo>
                  <a:lnTo>
                    <a:pt x="2177360" y="635000"/>
                  </a:lnTo>
                </a:path>
                <a:path w="9060815" h="2540000">
                  <a:moveTo>
                    <a:pt x="0" y="635000"/>
                  </a:moveTo>
                  <a:lnTo>
                    <a:pt x="272360" y="635000"/>
                  </a:lnTo>
                </a:path>
                <a:path w="9060815" h="2540000">
                  <a:moveTo>
                    <a:pt x="526360" y="635000"/>
                  </a:moveTo>
                  <a:lnTo>
                    <a:pt x="1859860" y="635000"/>
                  </a:lnTo>
                </a:path>
                <a:path w="9060815" h="2540000">
                  <a:moveTo>
                    <a:pt x="0" y="0"/>
                  </a:moveTo>
                  <a:lnTo>
                    <a:pt x="272360" y="0"/>
                  </a:lnTo>
                </a:path>
                <a:path w="9060815" h="2540000">
                  <a:moveTo>
                    <a:pt x="526360" y="0"/>
                  </a:moveTo>
                  <a:lnTo>
                    <a:pt x="906076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5"/>
            <p:cNvSpPr/>
            <p:nvPr/>
          </p:nvSpPr>
          <p:spPr>
            <a:xfrm>
              <a:off x="2425700" y="1816099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254000" y="0"/>
                  </a:moveTo>
                  <a:lnTo>
                    <a:pt x="0" y="0"/>
                  </a:lnTo>
                  <a:lnTo>
                    <a:pt x="0" y="3483838"/>
                  </a:lnTo>
                  <a:lnTo>
                    <a:pt x="254000" y="3483838"/>
                  </a:lnTo>
                  <a:lnTo>
                    <a:pt x="254000" y="0"/>
                  </a:lnTo>
                  <a:close/>
                </a:path>
                <a:path w="6286500" h="3484245">
                  <a:moveTo>
                    <a:pt x="3276600" y="2552700"/>
                  </a:moveTo>
                  <a:lnTo>
                    <a:pt x="3022600" y="2552700"/>
                  </a:lnTo>
                  <a:lnTo>
                    <a:pt x="3022600" y="3483838"/>
                  </a:lnTo>
                  <a:lnTo>
                    <a:pt x="3276600" y="3483838"/>
                  </a:lnTo>
                  <a:lnTo>
                    <a:pt x="3276600" y="2552700"/>
                  </a:lnTo>
                  <a:close/>
                </a:path>
                <a:path w="6286500" h="3484245">
                  <a:moveTo>
                    <a:pt x="6286500" y="3098800"/>
                  </a:moveTo>
                  <a:lnTo>
                    <a:pt x="6045200" y="3098800"/>
                  </a:lnTo>
                  <a:lnTo>
                    <a:pt x="6045200" y="3483838"/>
                  </a:lnTo>
                  <a:lnTo>
                    <a:pt x="6286500" y="3483838"/>
                  </a:lnTo>
                  <a:lnTo>
                    <a:pt x="6286500" y="309880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6"/>
            <p:cNvSpPr/>
            <p:nvPr/>
          </p:nvSpPr>
          <p:spPr>
            <a:xfrm>
              <a:off x="2425700" y="1816100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0" y="0"/>
                  </a:moveTo>
                  <a:lnTo>
                    <a:pt x="254000" y="0"/>
                  </a:lnTo>
                  <a:lnTo>
                    <a:pt x="254000" y="3483833"/>
                  </a:lnTo>
                  <a:lnTo>
                    <a:pt x="0" y="3483833"/>
                  </a:lnTo>
                  <a:lnTo>
                    <a:pt x="0" y="0"/>
                  </a:lnTo>
                  <a:close/>
                </a:path>
                <a:path w="6286500" h="3484245">
                  <a:moveTo>
                    <a:pt x="3022600" y="2552700"/>
                  </a:moveTo>
                  <a:lnTo>
                    <a:pt x="3276600" y="2552700"/>
                  </a:lnTo>
                  <a:lnTo>
                    <a:pt x="3276600" y="3483833"/>
                  </a:lnTo>
                  <a:lnTo>
                    <a:pt x="3022600" y="3483833"/>
                  </a:lnTo>
                  <a:lnTo>
                    <a:pt x="3022600" y="2552700"/>
                  </a:lnTo>
                  <a:close/>
                </a:path>
                <a:path w="6286500" h="3484245">
                  <a:moveTo>
                    <a:pt x="6045200" y="3098800"/>
                  </a:moveTo>
                  <a:lnTo>
                    <a:pt x="6286500" y="3098800"/>
                  </a:lnTo>
                  <a:lnTo>
                    <a:pt x="6286500" y="3483833"/>
                  </a:lnTo>
                  <a:lnTo>
                    <a:pt x="6045200" y="3483833"/>
                  </a:lnTo>
                  <a:lnTo>
                    <a:pt x="6045200" y="3098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7"/>
            <p:cNvSpPr/>
            <p:nvPr/>
          </p:nvSpPr>
          <p:spPr>
            <a:xfrm>
              <a:off x="2743200" y="4673599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254000" y="0"/>
                  </a:moveTo>
                  <a:lnTo>
                    <a:pt x="0" y="0"/>
                  </a:lnTo>
                  <a:lnTo>
                    <a:pt x="0" y="626338"/>
                  </a:lnTo>
                  <a:lnTo>
                    <a:pt x="254000" y="626338"/>
                  </a:lnTo>
                  <a:lnTo>
                    <a:pt x="254000" y="0"/>
                  </a:lnTo>
                  <a:close/>
                </a:path>
                <a:path w="6286500" h="626745">
                  <a:moveTo>
                    <a:pt x="3276600" y="50800"/>
                  </a:moveTo>
                  <a:lnTo>
                    <a:pt x="3022600" y="50800"/>
                  </a:lnTo>
                  <a:lnTo>
                    <a:pt x="3022600" y="626338"/>
                  </a:lnTo>
                  <a:lnTo>
                    <a:pt x="3276600" y="626338"/>
                  </a:lnTo>
                  <a:lnTo>
                    <a:pt x="3276600" y="50800"/>
                  </a:lnTo>
                  <a:close/>
                </a:path>
                <a:path w="6286500" h="626745">
                  <a:moveTo>
                    <a:pt x="6286500" y="254000"/>
                  </a:moveTo>
                  <a:lnTo>
                    <a:pt x="6045200" y="254000"/>
                  </a:lnTo>
                  <a:lnTo>
                    <a:pt x="6045200" y="626338"/>
                  </a:lnTo>
                  <a:lnTo>
                    <a:pt x="6286500" y="626338"/>
                  </a:lnTo>
                  <a:lnTo>
                    <a:pt x="6286500" y="25400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8"/>
            <p:cNvSpPr/>
            <p:nvPr/>
          </p:nvSpPr>
          <p:spPr>
            <a:xfrm>
              <a:off x="2743200" y="4673600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0" y="0"/>
                  </a:moveTo>
                  <a:lnTo>
                    <a:pt x="254000" y="0"/>
                  </a:lnTo>
                  <a:lnTo>
                    <a:pt x="254000" y="626333"/>
                  </a:lnTo>
                  <a:lnTo>
                    <a:pt x="0" y="626333"/>
                  </a:lnTo>
                  <a:lnTo>
                    <a:pt x="0" y="0"/>
                  </a:lnTo>
                  <a:close/>
                </a:path>
                <a:path w="6286500" h="626745">
                  <a:moveTo>
                    <a:pt x="3022600" y="50800"/>
                  </a:moveTo>
                  <a:lnTo>
                    <a:pt x="3276600" y="50800"/>
                  </a:lnTo>
                  <a:lnTo>
                    <a:pt x="3276600" y="626333"/>
                  </a:lnTo>
                  <a:lnTo>
                    <a:pt x="3022600" y="626333"/>
                  </a:lnTo>
                  <a:lnTo>
                    <a:pt x="3022600" y="50800"/>
                  </a:lnTo>
                  <a:close/>
                </a:path>
                <a:path w="6286500" h="626745">
                  <a:moveTo>
                    <a:pt x="6045200" y="254000"/>
                  </a:moveTo>
                  <a:lnTo>
                    <a:pt x="6286500" y="254000"/>
                  </a:lnTo>
                  <a:lnTo>
                    <a:pt x="6286500" y="626333"/>
                  </a:lnTo>
                  <a:lnTo>
                    <a:pt x="6045200" y="626333"/>
                  </a:lnTo>
                  <a:lnTo>
                    <a:pt x="6045200" y="254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9"/>
            <p:cNvSpPr/>
            <p:nvPr/>
          </p:nvSpPr>
          <p:spPr>
            <a:xfrm>
              <a:off x="3060700" y="4533899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254000" y="12700"/>
                  </a:moveTo>
                  <a:lnTo>
                    <a:pt x="0" y="12700"/>
                  </a:lnTo>
                  <a:lnTo>
                    <a:pt x="0" y="766038"/>
                  </a:lnTo>
                  <a:lnTo>
                    <a:pt x="254000" y="766038"/>
                  </a:lnTo>
                  <a:lnTo>
                    <a:pt x="254000" y="12700"/>
                  </a:lnTo>
                  <a:close/>
                </a:path>
                <a:path w="6286500" h="766445">
                  <a:moveTo>
                    <a:pt x="3276600" y="0"/>
                  </a:moveTo>
                  <a:lnTo>
                    <a:pt x="3022600" y="0"/>
                  </a:lnTo>
                  <a:lnTo>
                    <a:pt x="3022600" y="766038"/>
                  </a:lnTo>
                  <a:lnTo>
                    <a:pt x="3276600" y="766038"/>
                  </a:lnTo>
                  <a:lnTo>
                    <a:pt x="3276600" y="0"/>
                  </a:lnTo>
                  <a:close/>
                </a:path>
                <a:path w="6286500" h="766445">
                  <a:moveTo>
                    <a:pt x="6286500" y="444500"/>
                  </a:moveTo>
                  <a:lnTo>
                    <a:pt x="6045200" y="444500"/>
                  </a:lnTo>
                  <a:lnTo>
                    <a:pt x="6045200" y="766038"/>
                  </a:lnTo>
                  <a:lnTo>
                    <a:pt x="6286500" y="766038"/>
                  </a:lnTo>
                  <a:lnTo>
                    <a:pt x="6286500" y="44450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0"/>
            <p:cNvSpPr/>
            <p:nvPr/>
          </p:nvSpPr>
          <p:spPr>
            <a:xfrm>
              <a:off x="3060700" y="4533900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0" y="12700"/>
                  </a:moveTo>
                  <a:lnTo>
                    <a:pt x="254000" y="12700"/>
                  </a:lnTo>
                  <a:lnTo>
                    <a:pt x="254000" y="766033"/>
                  </a:lnTo>
                  <a:lnTo>
                    <a:pt x="0" y="766033"/>
                  </a:lnTo>
                  <a:lnTo>
                    <a:pt x="0" y="12700"/>
                  </a:lnTo>
                  <a:close/>
                </a:path>
                <a:path w="6286500" h="766445">
                  <a:moveTo>
                    <a:pt x="3022600" y="0"/>
                  </a:moveTo>
                  <a:lnTo>
                    <a:pt x="3276600" y="0"/>
                  </a:lnTo>
                  <a:lnTo>
                    <a:pt x="3276600" y="766033"/>
                  </a:lnTo>
                  <a:lnTo>
                    <a:pt x="3022600" y="766033"/>
                  </a:lnTo>
                  <a:lnTo>
                    <a:pt x="3022600" y="0"/>
                  </a:lnTo>
                  <a:close/>
                </a:path>
                <a:path w="6286500" h="766445">
                  <a:moveTo>
                    <a:pt x="6045200" y="444500"/>
                  </a:moveTo>
                  <a:lnTo>
                    <a:pt x="6286500" y="444500"/>
                  </a:lnTo>
                  <a:lnTo>
                    <a:pt x="6286500" y="766033"/>
                  </a:lnTo>
                  <a:lnTo>
                    <a:pt x="6045200" y="766033"/>
                  </a:lnTo>
                  <a:lnTo>
                    <a:pt x="6045200" y="444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1"/>
            <p:cNvSpPr/>
            <p:nvPr/>
          </p:nvSpPr>
          <p:spPr>
            <a:xfrm>
              <a:off x="3378200" y="4254499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254000" y="0"/>
                  </a:moveTo>
                  <a:lnTo>
                    <a:pt x="0" y="0"/>
                  </a:lnTo>
                  <a:lnTo>
                    <a:pt x="0" y="1045438"/>
                  </a:lnTo>
                  <a:lnTo>
                    <a:pt x="254000" y="1045438"/>
                  </a:lnTo>
                  <a:lnTo>
                    <a:pt x="254000" y="0"/>
                  </a:lnTo>
                  <a:close/>
                </a:path>
                <a:path w="6286500" h="1045845">
                  <a:moveTo>
                    <a:pt x="3276600" y="76200"/>
                  </a:moveTo>
                  <a:lnTo>
                    <a:pt x="3022600" y="76200"/>
                  </a:lnTo>
                  <a:lnTo>
                    <a:pt x="3022600" y="1045438"/>
                  </a:lnTo>
                  <a:lnTo>
                    <a:pt x="3276600" y="1045438"/>
                  </a:lnTo>
                  <a:lnTo>
                    <a:pt x="3276600" y="76200"/>
                  </a:lnTo>
                  <a:close/>
                </a:path>
                <a:path w="6286500" h="1045845">
                  <a:moveTo>
                    <a:pt x="6286500" y="812800"/>
                  </a:moveTo>
                  <a:lnTo>
                    <a:pt x="6045200" y="812800"/>
                  </a:lnTo>
                  <a:lnTo>
                    <a:pt x="6045200" y="1045438"/>
                  </a:lnTo>
                  <a:lnTo>
                    <a:pt x="6286500" y="1045438"/>
                  </a:lnTo>
                  <a:lnTo>
                    <a:pt x="6286500" y="81280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2"/>
            <p:cNvSpPr/>
            <p:nvPr/>
          </p:nvSpPr>
          <p:spPr>
            <a:xfrm>
              <a:off x="3378200" y="4254500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0" y="0"/>
                  </a:moveTo>
                  <a:lnTo>
                    <a:pt x="254000" y="0"/>
                  </a:lnTo>
                  <a:lnTo>
                    <a:pt x="254000" y="1045433"/>
                  </a:lnTo>
                  <a:lnTo>
                    <a:pt x="0" y="1045433"/>
                  </a:lnTo>
                  <a:lnTo>
                    <a:pt x="0" y="0"/>
                  </a:lnTo>
                  <a:close/>
                </a:path>
                <a:path w="6286500" h="1045845">
                  <a:moveTo>
                    <a:pt x="3022600" y="76200"/>
                  </a:moveTo>
                  <a:lnTo>
                    <a:pt x="3276600" y="76200"/>
                  </a:lnTo>
                  <a:lnTo>
                    <a:pt x="3276600" y="1045433"/>
                  </a:lnTo>
                  <a:lnTo>
                    <a:pt x="3022600" y="1045433"/>
                  </a:lnTo>
                  <a:lnTo>
                    <a:pt x="3022600" y="76200"/>
                  </a:lnTo>
                  <a:close/>
                </a:path>
                <a:path w="6286500" h="1045845">
                  <a:moveTo>
                    <a:pt x="6045200" y="812800"/>
                  </a:moveTo>
                  <a:lnTo>
                    <a:pt x="6286500" y="812800"/>
                  </a:lnTo>
                  <a:lnTo>
                    <a:pt x="6286500" y="1045433"/>
                  </a:lnTo>
                  <a:lnTo>
                    <a:pt x="6045200" y="1045433"/>
                  </a:lnTo>
                  <a:lnTo>
                    <a:pt x="6045200" y="812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3"/>
            <p:cNvSpPr/>
            <p:nvPr/>
          </p:nvSpPr>
          <p:spPr>
            <a:xfrm>
              <a:off x="3695700" y="3200399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254000" y="0"/>
                  </a:moveTo>
                  <a:lnTo>
                    <a:pt x="0" y="0"/>
                  </a:lnTo>
                  <a:lnTo>
                    <a:pt x="0" y="2099538"/>
                  </a:lnTo>
                  <a:lnTo>
                    <a:pt x="254000" y="2099538"/>
                  </a:lnTo>
                  <a:lnTo>
                    <a:pt x="254000" y="0"/>
                  </a:lnTo>
                  <a:close/>
                </a:path>
                <a:path w="6286500" h="2099945">
                  <a:moveTo>
                    <a:pt x="3276600" y="165100"/>
                  </a:moveTo>
                  <a:lnTo>
                    <a:pt x="3022600" y="165100"/>
                  </a:lnTo>
                  <a:lnTo>
                    <a:pt x="3022600" y="2099538"/>
                  </a:lnTo>
                  <a:lnTo>
                    <a:pt x="3276600" y="2099538"/>
                  </a:lnTo>
                  <a:lnTo>
                    <a:pt x="3276600" y="165100"/>
                  </a:lnTo>
                  <a:close/>
                </a:path>
                <a:path w="6286500" h="2099945">
                  <a:moveTo>
                    <a:pt x="6286500" y="2019300"/>
                  </a:moveTo>
                  <a:lnTo>
                    <a:pt x="6045200" y="2019300"/>
                  </a:lnTo>
                  <a:lnTo>
                    <a:pt x="6045200" y="2099538"/>
                  </a:lnTo>
                  <a:lnTo>
                    <a:pt x="6286500" y="2099538"/>
                  </a:lnTo>
                  <a:lnTo>
                    <a:pt x="6286500" y="201930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"/>
            <p:cNvSpPr/>
            <p:nvPr/>
          </p:nvSpPr>
          <p:spPr>
            <a:xfrm>
              <a:off x="3695700" y="3200400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0" y="0"/>
                  </a:moveTo>
                  <a:lnTo>
                    <a:pt x="254000" y="0"/>
                  </a:lnTo>
                  <a:lnTo>
                    <a:pt x="254000" y="2099533"/>
                  </a:lnTo>
                  <a:lnTo>
                    <a:pt x="0" y="2099533"/>
                  </a:lnTo>
                  <a:lnTo>
                    <a:pt x="0" y="0"/>
                  </a:lnTo>
                  <a:close/>
                </a:path>
                <a:path w="6286500" h="2099945">
                  <a:moveTo>
                    <a:pt x="3022600" y="165100"/>
                  </a:moveTo>
                  <a:lnTo>
                    <a:pt x="3276600" y="165100"/>
                  </a:lnTo>
                  <a:lnTo>
                    <a:pt x="3276600" y="2099533"/>
                  </a:lnTo>
                  <a:lnTo>
                    <a:pt x="3022600" y="2099533"/>
                  </a:lnTo>
                  <a:lnTo>
                    <a:pt x="3022600" y="165100"/>
                  </a:lnTo>
                  <a:close/>
                </a:path>
                <a:path w="6286500" h="2099945">
                  <a:moveTo>
                    <a:pt x="6045200" y="2019300"/>
                  </a:moveTo>
                  <a:lnTo>
                    <a:pt x="6286500" y="2019300"/>
                  </a:lnTo>
                  <a:lnTo>
                    <a:pt x="6286500" y="2099533"/>
                  </a:lnTo>
                  <a:lnTo>
                    <a:pt x="6045200" y="2099533"/>
                  </a:lnTo>
                  <a:lnTo>
                    <a:pt x="6045200" y="2019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"/>
            <p:cNvSpPr/>
            <p:nvPr/>
          </p:nvSpPr>
          <p:spPr>
            <a:xfrm>
              <a:off x="4013200" y="2298699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254000" y="0"/>
                  </a:moveTo>
                  <a:lnTo>
                    <a:pt x="0" y="0"/>
                  </a:lnTo>
                  <a:lnTo>
                    <a:pt x="0" y="3001238"/>
                  </a:lnTo>
                  <a:lnTo>
                    <a:pt x="254000" y="3001238"/>
                  </a:lnTo>
                  <a:lnTo>
                    <a:pt x="254000" y="0"/>
                  </a:lnTo>
                  <a:close/>
                </a:path>
                <a:path w="6286500" h="3001645">
                  <a:moveTo>
                    <a:pt x="3276600" y="2184400"/>
                  </a:moveTo>
                  <a:lnTo>
                    <a:pt x="3022600" y="2184400"/>
                  </a:lnTo>
                  <a:lnTo>
                    <a:pt x="3022600" y="3001238"/>
                  </a:lnTo>
                  <a:lnTo>
                    <a:pt x="3276600" y="3001238"/>
                  </a:lnTo>
                  <a:lnTo>
                    <a:pt x="3276600" y="2184400"/>
                  </a:lnTo>
                  <a:close/>
                </a:path>
                <a:path w="6286500" h="3001645">
                  <a:moveTo>
                    <a:pt x="6286500" y="2527300"/>
                  </a:moveTo>
                  <a:lnTo>
                    <a:pt x="6045200" y="2527300"/>
                  </a:lnTo>
                  <a:lnTo>
                    <a:pt x="6045200" y="3001238"/>
                  </a:lnTo>
                  <a:lnTo>
                    <a:pt x="6286500" y="3001238"/>
                  </a:lnTo>
                  <a:lnTo>
                    <a:pt x="6286500" y="252730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6"/>
            <p:cNvSpPr/>
            <p:nvPr/>
          </p:nvSpPr>
          <p:spPr>
            <a:xfrm>
              <a:off x="4013200" y="2298700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0" y="0"/>
                  </a:moveTo>
                  <a:lnTo>
                    <a:pt x="254000" y="0"/>
                  </a:lnTo>
                  <a:lnTo>
                    <a:pt x="254000" y="3001233"/>
                  </a:lnTo>
                  <a:lnTo>
                    <a:pt x="0" y="3001233"/>
                  </a:lnTo>
                  <a:lnTo>
                    <a:pt x="0" y="0"/>
                  </a:lnTo>
                  <a:close/>
                </a:path>
                <a:path w="6286500" h="3001645">
                  <a:moveTo>
                    <a:pt x="3022600" y="2184400"/>
                  </a:moveTo>
                  <a:lnTo>
                    <a:pt x="3276600" y="2184400"/>
                  </a:lnTo>
                  <a:lnTo>
                    <a:pt x="3276600" y="3001233"/>
                  </a:lnTo>
                  <a:lnTo>
                    <a:pt x="3022600" y="3001233"/>
                  </a:lnTo>
                  <a:lnTo>
                    <a:pt x="3022600" y="2184400"/>
                  </a:lnTo>
                  <a:close/>
                </a:path>
                <a:path w="6286500" h="3001645">
                  <a:moveTo>
                    <a:pt x="6045200" y="2527300"/>
                  </a:moveTo>
                  <a:lnTo>
                    <a:pt x="6286500" y="2527300"/>
                  </a:lnTo>
                  <a:lnTo>
                    <a:pt x="6286500" y="3001233"/>
                  </a:lnTo>
                  <a:lnTo>
                    <a:pt x="6045200" y="3001233"/>
                  </a:lnTo>
                  <a:lnTo>
                    <a:pt x="6045200" y="2527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7"/>
            <p:cNvSpPr/>
            <p:nvPr/>
          </p:nvSpPr>
          <p:spPr>
            <a:xfrm>
              <a:off x="4330700" y="2412999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254000" y="0"/>
                  </a:moveTo>
                  <a:lnTo>
                    <a:pt x="0" y="0"/>
                  </a:lnTo>
                  <a:lnTo>
                    <a:pt x="0" y="2886938"/>
                  </a:lnTo>
                  <a:lnTo>
                    <a:pt x="254000" y="2886938"/>
                  </a:lnTo>
                  <a:lnTo>
                    <a:pt x="254000" y="0"/>
                  </a:lnTo>
                  <a:close/>
                </a:path>
                <a:path w="6286500" h="2887345">
                  <a:moveTo>
                    <a:pt x="3276600" y="2070100"/>
                  </a:moveTo>
                  <a:lnTo>
                    <a:pt x="3022600" y="2070100"/>
                  </a:lnTo>
                  <a:lnTo>
                    <a:pt x="3022600" y="2886938"/>
                  </a:lnTo>
                  <a:lnTo>
                    <a:pt x="3276600" y="2886938"/>
                  </a:lnTo>
                  <a:lnTo>
                    <a:pt x="3276600" y="2070100"/>
                  </a:lnTo>
                  <a:close/>
                </a:path>
                <a:path w="6286500" h="2887345">
                  <a:moveTo>
                    <a:pt x="6286500" y="2425700"/>
                  </a:moveTo>
                  <a:lnTo>
                    <a:pt x="6045200" y="2425700"/>
                  </a:lnTo>
                  <a:lnTo>
                    <a:pt x="6045200" y="2886938"/>
                  </a:lnTo>
                  <a:lnTo>
                    <a:pt x="6286500" y="2886938"/>
                  </a:lnTo>
                  <a:lnTo>
                    <a:pt x="6286500" y="242570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8"/>
            <p:cNvSpPr/>
            <p:nvPr/>
          </p:nvSpPr>
          <p:spPr>
            <a:xfrm>
              <a:off x="4330700" y="2413000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0" y="0"/>
                  </a:moveTo>
                  <a:lnTo>
                    <a:pt x="254000" y="0"/>
                  </a:lnTo>
                  <a:lnTo>
                    <a:pt x="254000" y="2886933"/>
                  </a:lnTo>
                  <a:lnTo>
                    <a:pt x="0" y="2886933"/>
                  </a:lnTo>
                  <a:lnTo>
                    <a:pt x="0" y="0"/>
                  </a:lnTo>
                  <a:close/>
                </a:path>
                <a:path w="6286500" h="2887345">
                  <a:moveTo>
                    <a:pt x="3022600" y="2070100"/>
                  </a:moveTo>
                  <a:lnTo>
                    <a:pt x="3276600" y="2070100"/>
                  </a:lnTo>
                  <a:lnTo>
                    <a:pt x="3276600" y="2886933"/>
                  </a:lnTo>
                  <a:lnTo>
                    <a:pt x="3022600" y="2886933"/>
                  </a:lnTo>
                  <a:lnTo>
                    <a:pt x="3022600" y="2070100"/>
                  </a:lnTo>
                  <a:close/>
                </a:path>
                <a:path w="6286500" h="2887345">
                  <a:moveTo>
                    <a:pt x="6045200" y="2425700"/>
                  </a:moveTo>
                  <a:lnTo>
                    <a:pt x="6286500" y="2425700"/>
                  </a:lnTo>
                  <a:lnTo>
                    <a:pt x="6286500" y="2886933"/>
                  </a:lnTo>
                  <a:lnTo>
                    <a:pt x="6045200" y="2886933"/>
                  </a:lnTo>
                  <a:lnTo>
                    <a:pt x="6045200" y="24257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9"/>
            <p:cNvSpPr/>
            <p:nvPr/>
          </p:nvSpPr>
          <p:spPr>
            <a:xfrm>
              <a:off x="4648200" y="3949699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254000" y="0"/>
                  </a:moveTo>
                  <a:lnTo>
                    <a:pt x="0" y="0"/>
                  </a:lnTo>
                  <a:lnTo>
                    <a:pt x="0" y="1350238"/>
                  </a:lnTo>
                  <a:lnTo>
                    <a:pt x="254000" y="1350238"/>
                  </a:lnTo>
                  <a:lnTo>
                    <a:pt x="254000" y="0"/>
                  </a:lnTo>
                  <a:close/>
                </a:path>
                <a:path w="6286500" h="1350645">
                  <a:moveTo>
                    <a:pt x="3276600" y="787400"/>
                  </a:moveTo>
                  <a:lnTo>
                    <a:pt x="3022600" y="787400"/>
                  </a:lnTo>
                  <a:lnTo>
                    <a:pt x="3022600" y="1350238"/>
                  </a:lnTo>
                  <a:lnTo>
                    <a:pt x="3276600" y="1350238"/>
                  </a:lnTo>
                  <a:lnTo>
                    <a:pt x="3276600" y="787400"/>
                  </a:lnTo>
                  <a:close/>
                </a:path>
                <a:path w="6286500" h="1350645">
                  <a:moveTo>
                    <a:pt x="6286500" y="1295400"/>
                  </a:moveTo>
                  <a:lnTo>
                    <a:pt x="6045200" y="1295400"/>
                  </a:lnTo>
                  <a:lnTo>
                    <a:pt x="6045200" y="1350238"/>
                  </a:lnTo>
                  <a:lnTo>
                    <a:pt x="6286500" y="1350238"/>
                  </a:lnTo>
                  <a:lnTo>
                    <a:pt x="6286500" y="129540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20"/>
            <p:cNvSpPr/>
            <p:nvPr/>
          </p:nvSpPr>
          <p:spPr>
            <a:xfrm>
              <a:off x="4648200" y="3949700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0" y="0"/>
                  </a:moveTo>
                  <a:lnTo>
                    <a:pt x="254000" y="0"/>
                  </a:lnTo>
                  <a:lnTo>
                    <a:pt x="254000" y="1350233"/>
                  </a:lnTo>
                  <a:lnTo>
                    <a:pt x="0" y="1350233"/>
                  </a:lnTo>
                  <a:lnTo>
                    <a:pt x="0" y="0"/>
                  </a:lnTo>
                  <a:close/>
                </a:path>
                <a:path w="6286500" h="1350645">
                  <a:moveTo>
                    <a:pt x="3022600" y="787400"/>
                  </a:moveTo>
                  <a:lnTo>
                    <a:pt x="3276600" y="787400"/>
                  </a:lnTo>
                  <a:lnTo>
                    <a:pt x="3276600" y="1350233"/>
                  </a:lnTo>
                  <a:lnTo>
                    <a:pt x="3022600" y="1350233"/>
                  </a:lnTo>
                  <a:lnTo>
                    <a:pt x="3022600" y="787400"/>
                  </a:lnTo>
                  <a:close/>
                </a:path>
                <a:path w="6286500" h="1350645">
                  <a:moveTo>
                    <a:pt x="6045200" y="1295400"/>
                  </a:moveTo>
                  <a:lnTo>
                    <a:pt x="6286500" y="1295400"/>
                  </a:lnTo>
                  <a:lnTo>
                    <a:pt x="6286500" y="1350233"/>
                  </a:lnTo>
                  <a:lnTo>
                    <a:pt x="6045200" y="1350233"/>
                  </a:lnTo>
                  <a:lnTo>
                    <a:pt x="6045200" y="1295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21"/>
            <p:cNvSpPr/>
            <p:nvPr/>
          </p:nvSpPr>
          <p:spPr>
            <a:xfrm>
              <a:off x="2153339" y="5299932"/>
              <a:ext cx="9060815" cy="0"/>
            </a:xfrm>
            <a:custGeom>
              <a:avLst/>
              <a:gdLst/>
              <a:ahLst/>
              <a:cxnLst/>
              <a:rect l="l" t="t" r="r" b="b"/>
              <a:pathLst>
                <a:path w="9060815">
                  <a:moveTo>
                    <a:pt x="0" y="0"/>
                  </a:moveTo>
                  <a:lnTo>
                    <a:pt x="9060761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22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23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24"/>
          <p:cNvSpPr/>
          <p:nvPr/>
        </p:nvSpPr>
        <p:spPr>
          <a:xfrm>
            <a:off x="2153339" y="1630277"/>
            <a:ext cx="9060815" cy="0"/>
          </a:xfrm>
          <a:custGeom>
            <a:avLst/>
            <a:gdLst/>
            <a:ahLst/>
            <a:cxnLst/>
            <a:rect l="l" t="t" r="r" b="b"/>
            <a:pathLst>
              <a:path w="9060815">
                <a:moveTo>
                  <a:pt x="0" y="0"/>
                </a:moveTo>
                <a:lnTo>
                  <a:pt x="906076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25"/>
          <p:cNvSpPr txBox="1"/>
          <p:nvPr/>
        </p:nvSpPr>
        <p:spPr>
          <a:xfrm>
            <a:off x="1394396" y="1395476"/>
            <a:ext cx="488950" cy="421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8890" algn="r">
              <a:lnSpc>
                <a:spcPct val="100000"/>
              </a:lnSpc>
              <a:spcBef>
                <a:spcPts val="214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1" name="object 26"/>
          <p:cNvSpPr txBox="1"/>
          <p:nvPr/>
        </p:nvSpPr>
        <p:spPr>
          <a:xfrm>
            <a:off x="9326210" y="5620003"/>
            <a:ext cx="761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Stride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object 27"/>
          <p:cNvSpPr txBox="1"/>
          <p:nvPr/>
        </p:nvSpPr>
        <p:spPr>
          <a:xfrm>
            <a:off x="986135" y="2345612"/>
            <a:ext cx="397510" cy="2392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Throughput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(MB/s)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3" name="object 28"/>
          <p:cNvGrpSpPr/>
          <p:nvPr/>
        </p:nvGrpSpPr>
        <p:grpSpPr>
          <a:xfrm>
            <a:off x="8730730" y="1677141"/>
            <a:ext cx="193040" cy="193040"/>
            <a:chOff x="8730730" y="1524741"/>
            <a:chExt cx="193040" cy="193040"/>
          </a:xfrm>
        </p:grpSpPr>
        <p:sp>
          <p:nvSpPr>
            <p:cNvPr id="164" name="object 29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30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31"/>
          <p:cNvSpPr txBox="1"/>
          <p:nvPr/>
        </p:nvSpPr>
        <p:spPr>
          <a:xfrm>
            <a:off x="8977099" y="1919732"/>
            <a:ext cx="153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67" name="object 32"/>
          <p:cNvGrpSpPr/>
          <p:nvPr/>
        </p:nvGrpSpPr>
        <p:grpSpPr>
          <a:xfrm>
            <a:off x="4848638" y="2443354"/>
            <a:ext cx="6299200" cy="2848610"/>
            <a:chOff x="4848638" y="2290954"/>
            <a:chExt cx="6299200" cy="2848610"/>
          </a:xfrm>
        </p:grpSpPr>
        <p:sp>
          <p:nvSpPr>
            <p:cNvPr id="168" name="object 33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34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35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36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37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38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39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40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41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42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43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44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45"/>
            <p:cNvSpPr/>
            <p:nvPr/>
          </p:nvSpPr>
          <p:spPr>
            <a:xfrm>
              <a:off x="4851812" y="3325933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218598" y="0"/>
                  </a:moveTo>
                  <a:lnTo>
                    <a:pt x="58907" y="256418"/>
                  </a:lnTo>
                  <a:lnTo>
                    <a:pt x="0" y="219732"/>
                  </a:lnTo>
                  <a:lnTo>
                    <a:pt x="44442" y="410917"/>
                  </a:lnTo>
                  <a:lnTo>
                    <a:pt x="235628" y="366476"/>
                  </a:lnTo>
                  <a:lnTo>
                    <a:pt x="176721" y="329789"/>
                  </a:lnTo>
                  <a:lnTo>
                    <a:pt x="336412" y="73371"/>
                  </a:lnTo>
                  <a:lnTo>
                    <a:pt x="21859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46"/>
            <p:cNvSpPr/>
            <p:nvPr/>
          </p:nvSpPr>
          <p:spPr>
            <a:xfrm>
              <a:off x="4851813" y="3325932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0" y="219732"/>
                  </a:moveTo>
                  <a:lnTo>
                    <a:pt x="58906" y="256418"/>
                  </a:lnTo>
                  <a:lnTo>
                    <a:pt x="218598" y="0"/>
                  </a:lnTo>
                  <a:lnTo>
                    <a:pt x="336412" y="73371"/>
                  </a:lnTo>
                  <a:lnTo>
                    <a:pt x="176720" y="329790"/>
                  </a:lnTo>
                  <a:lnTo>
                    <a:pt x="235627" y="366476"/>
                  </a:lnTo>
                  <a:lnTo>
                    <a:pt x="44442" y="410918"/>
                  </a:lnTo>
                  <a:lnTo>
                    <a:pt x="0" y="21973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47"/>
            <p:cNvSpPr/>
            <p:nvPr/>
          </p:nvSpPr>
          <p:spPr>
            <a:xfrm>
              <a:off x="7837353" y="4032967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218598" y="0"/>
                  </a:moveTo>
                  <a:lnTo>
                    <a:pt x="58906" y="256419"/>
                  </a:lnTo>
                  <a:lnTo>
                    <a:pt x="0" y="219732"/>
                  </a:lnTo>
                  <a:lnTo>
                    <a:pt x="44442" y="410918"/>
                  </a:lnTo>
                  <a:lnTo>
                    <a:pt x="235626" y="366476"/>
                  </a:lnTo>
                  <a:lnTo>
                    <a:pt x="176720" y="329791"/>
                  </a:lnTo>
                  <a:lnTo>
                    <a:pt x="336411" y="73371"/>
                  </a:lnTo>
                  <a:lnTo>
                    <a:pt x="21859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48"/>
            <p:cNvSpPr/>
            <p:nvPr/>
          </p:nvSpPr>
          <p:spPr>
            <a:xfrm>
              <a:off x="7837353" y="4032968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0" y="219732"/>
                  </a:moveTo>
                  <a:lnTo>
                    <a:pt x="58906" y="256418"/>
                  </a:lnTo>
                  <a:lnTo>
                    <a:pt x="218598" y="0"/>
                  </a:lnTo>
                  <a:lnTo>
                    <a:pt x="336412" y="73371"/>
                  </a:lnTo>
                  <a:lnTo>
                    <a:pt x="176720" y="329790"/>
                  </a:lnTo>
                  <a:lnTo>
                    <a:pt x="235627" y="366476"/>
                  </a:lnTo>
                  <a:lnTo>
                    <a:pt x="44442" y="410918"/>
                  </a:lnTo>
                  <a:lnTo>
                    <a:pt x="0" y="21973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49"/>
            <p:cNvSpPr/>
            <p:nvPr/>
          </p:nvSpPr>
          <p:spPr>
            <a:xfrm>
              <a:off x="10807905" y="4725013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218597" y="0"/>
                  </a:moveTo>
                  <a:lnTo>
                    <a:pt x="58906" y="256419"/>
                  </a:lnTo>
                  <a:lnTo>
                    <a:pt x="0" y="219732"/>
                  </a:lnTo>
                  <a:lnTo>
                    <a:pt x="44442" y="410918"/>
                  </a:lnTo>
                  <a:lnTo>
                    <a:pt x="235626" y="366476"/>
                  </a:lnTo>
                  <a:lnTo>
                    <a:pt x="176720" y="329791"/>
                  </a:lnTo>
                  <a:lnTo>
                    <a:pt x="336411" y="73371"/>
                  </a:lnTo>
                  <a:lnTo>
                    <a:pt x="21859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50"/>
            <p:cNvSpPr/>
            <p:nvPr/>
          </p:nvSpPr>
          <p:spPr>
            <a:xfrm>
              <a:off x="10807905" y="4725014"/>
              <a:ext cx="336550" cy="411480"/>
            </a:xfrm>
            <a:custGeom>
              <a:avLst/>
              <a:gdLst/>
              <a:ahLst/>
              <a:cxnLst/>
              <a:rect l="l" t="t" r="r" b="b"/>
              <a:pathLst>
                <a:path w="336550" h="411479">
                  <a:moveTo>
                    <a:pt x="0" y="219732"/>
                  </a:moveTo>
                  <a:lnTo>
                    <a:pt x="58906" y="256418"/>
                  </a:lnTo>
                  <a:lnTo>
                    <a:pt x="218598" y="0"/>
                  </a:lnTo>
                  <a:lnTo>
                    <a:pt x="336412" y="73371"/>
                  </a:lnTo>
                  <a:lnTo>
                    <a:pt x="176720" y="329790"/>
                  </a:lnTo>
                  <a:lnTo>
                    <a:pt x="235627" y="366476"/>
                  </a:lnTo>
                  <a:lnTo>
                    <a:pt x="44442" y="410918"/>
                  </a:lnTo>
                  <a:lnTo>
                    <a:pt x="0" y="219732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51"/>
          <p:cNvSpPr txBox="1"/>
          <p:nvPr/>
        </p:nvSpPr>
        <p:spPr>
          <a:xfrm>
            <a:off x="8977099" y="2285491"/>
            <a:ext cx="168275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8K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16K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object 52"/>
          <p:cNvSpPr txBox="1"/>
          <p:nvPr/>
        </p:nvSpPr>
        <p:spPr>
          <a:xfrm>
            <a:off x="8977099" y="3068828"/>
            <a:ext cx="183515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128K Ext4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object 53"/>
          <p:cNvSpPr txBox="1"/>
          <p:nvPr/>
        </p:nvSpPr>
        <p:spPr>
          <a:xfrm>
            <a:off x="8977099" y="3836923"/>
            <a:ext cx="59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F2FS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9" name="object 54"/>
          <p:cNvSpPr txBox="1"/>
          <p:nvPr/>
        </p:nvSpPr>
        <p:spPr>
          <a:xfrm>
            <a:off x="8977099" y="4220971"/>
            <a:ext cx="615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Btrfs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object 55"/>
          <p:cNvSpPr txBox="1"/>
          <p:nvPr/>
        </p:nvSpPr>
        <p:spPr>
          <a:xfrm>
            <a:off x="2135996" y="1001267"/>
            <a:ext cx="7667625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FIO,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enwik9,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HiKey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960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A73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2362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MHz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183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EROFS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object 57"/>
          <p:cNvSpPr txBox="1"/>
          <p:nvPr/>
        </p:nvSpPr>
        <p:spPr>
          <a:xfrm>
            <a:off x="1618754" y="5522467"/>
            <a:ext cx="10344646" cy="11265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388745">
              <a:lnSpc>
                <a:spcPct val="100000"/>
              </a:lnSpc>
              <a:spcBef>
                <a:spcPts val="865"/>
              </a:spcBef>
              <a:tabLst>
                <a:tab pos="4546600" algn="l"/>
              </a:tabLst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Sequential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Random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endParaRPr lang="en-US" altLang="zh-CN" b="1" dirty="0"/>
          </a:p>
          <a:p>
            <a:r>
              <a:rPr lang="zh-CN" altLang="en-US" sz="2400" b="1" dirty="0"/>
              <a:t>                  </a:t>
            </a:r>
            <a:r>
              <a:rPr lang="en-US" altLang="zh-CN" sz="2400" b="1" dirty="0" err="1"/>
              <a:t>Btrfs</a:t>
            </a:r>
            <a:r>
              <a:rPr lang="zh-CN" altLang="zh-CN" sz="2400" b="1" dirty="0"/>
              <a:t>并非专为只读数据设计，所以在这里面表现最差</a:t>
            </a:r>
            <a:r>
              <a:rPr lang="zh-CN" altLang="en-US" sz="2400" b="1" dirty="0"/>
              <a:t>。</a:t>
            </a:r>
            <a:endParaRPr lang="zh-CN" altLang="zh-CN"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57968" y="1179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微基准测试：</a:t>
            </a:r>
            <a:r>
              <a:rPr lang="en-GB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bject 4"/>
          <p:cNvSpPr txBox="1"/>
          <p:nvPr/>
        </p:nvSpPr>
        <p:spPr>
          <a:xfrm>
            <a:off x="257968" y="5649691"/>
            <a:ext cx="11934032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9550">
              <a:lnSpc>
                <a:spcPts val="2710"/>
              </a:lnSpc>
              <a:spcBef>
                <a:spcPts val="100"/>
              </a:spcBef>
              <a:tabLst>
                <a:tab pos="5907405" algn="l"/>
                <a:tab pos="9080500" algn="l"/>
              </a:tabLst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Sequential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Random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Stride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6"/>
          <p:cNvGrpSpPr/>
          <p:nvPr/>
        </p:nvGrpSpPr>
        <p:grpSpPr>
          <a:xfrm>
            <a:off x="2148577" y="1985488"/>
            <a:ext cx="9070340" cy="3509645"/>
            <a:chOff x="2148577" y="1803400"/>
            <a:chExt cx="9070340" cy="3509645"/>
          </a:xfrm>
        </p:grpSpPr>
        <p:sp>
          <p:nvSpPr>
            <p:cNvPr id="6" name="object 7"/>
            <p:cNvSpPr/>
            <p:nvPr/>
          </p:nvSpPr>
          <p:spPr>
            <a:xfrm>
              <a:off x="2153339" y="2120900"/>
              <a:ext cx="9060815" cy="2540000"/>
            </a:xfrm>
            <a:custGeom>
              <a:avLst/>
              <a:gdLst/>
              <a:ahLst/>
              <a:cxnLst/>
              <a:rect l="l" t="t" r="r" b="b"/>
              <a:pathLst>
                <a:path w="9060815" h="2540000">
                  <a:moveTo>
                    <a:pt x="5453960" y="2540000"/>
                  </a:moveTo>
                  <a:lnTo>
                    <a:pt x="9060761" y="2540000"/>
                  </a:lnTo>
                </a:path>
                <a:path w="9060815" h="2540000">
                  <a:moveTo>
                    <a:pt x="2431360" y="2540000"/>
                  </a:moveTo>
                  <a:lnTo>
                    <a:pt x="2494860" y="2540000"/>
                  </a:lnTo>
                </a:path>
                <a:path w="9060815" h="2540000">
                  <a:moveTo>
                    <a:pt x="0" y="2540000"/>
                  </a:moveTo>
                  <a:lnTo>
                    <a:pt x="272360" y="2540000"/>
                  </a:lnTo>
                </a:path>
                <a:path w="9060815" h="2540000">
                  <a:moveTo>
                    <a:pt x="4818960" y="2540000"/>
                  </a:moveTo>
                  <a:lnTo>
                    <a:pt x="4882460" y="2540000"/>
                  </a:lnTo>
                </a:path>
                <a:path w="9060815" h="2540000">
                  <a:moveTo>
                    <a:pt x="4183960" y="2540000"/>
                  </a:moveTo>
                  <a:lnTo>
                    <a:pt x="4247460" y="2540000"/>
                  </a:lnTo>
                </a:path>
                <a:path w="9060815" h="2540000">
                  <a:moveTo>
                    <a:pt x="4501460" y="2540000"/>
                  </a:moveTo>
                  <a:lnTo>
                    <a:pt x="4564960" y="2540000"/>
                  </a:lnTo>
                </a:path>
                <a:path w="9060815" h="2540000">
                  <a:moveTo>
                    <a:pt x="5136460" y="2540000"/>
                  </a:moveTo>
                  <a:lnTo>
                    <a:pt x="5199960" y="2540000"/>
                  </a:lnTo>
                </a:path>
                <a:path w="9060815" h="2540000">
                  <a:moveTo>
                    <a:pt x="3548960" y="2540000"/>
                  </a:moveTo>
                  <a:lnTo>
                    <a:pt x="3929960" y="2540000"/>
                  </a:lnTo>
                </a:path>
                <a:path w="9060815" h="2540000">
                  <a:moveTo>
                    <a:pt x="1796360" y="2540000"/>
                  </a:moveTo>
                  <a:lnTo>
                    <a:pt x="1859860" y="2540000"/>
                  </a:lnTo>
                </a:path>
                <a:path w="9060815" h="2540000">
                  <a:moveTo>
                    <a:pt x="1478860" y="2540000"/>
                  </a:moveTo>
                  <a:lnTo>
                    <a:pt x="1542360" y="2540000"/>
                  </a:lnTo>
                </a:path>
                <a:path w="9060815" h="2540000">
                  <a:moveTo>
                    <a:pt x="2113860" y="2540000"/>
                  </a:moveTo>
                  <a:lnTo>
                    <a:pt x="2177360" y="2540000"/>
                  </a:lnTo>
                </a:path>
                <a:path w="9060815" h="2540000">
                  <a:moveTo>
                    <a:pt x="2748860" y="2540000"/>
                  </a:moveTo>
                  <a:lnTo>
                    <a:pt x="3294960" y="2540000"/>
                  </a:lnTo>
                </a:path>
                <a:path w="9060815" h="2540000">
                  <a:moveTo>
                    <a:pt x="1161360" y="2540000"/>
                  </a:moveTo>
                  <a:lnTo>
                    <a:pt x="1224860" y="2540000"/>
                  </a:lnTo>
                </a:path>
                <a:path w="9060815" h="2540000">
                  <a:moveTo>
                    <a:pt x="526360" y="2540000"/>
                  </a:moveTo>
                  <a:lnTo>
                    <a:pt x="907360" y="2540000"/>
                  </a:lnTo>
                </a:path>
                <a:path w="9060815" h="2540000">
                  <a:moveTo>
                    <a:pt x="2748860" y="1905000"/>
                  </a:moveTo>
                  <a:lnTo>
                    <a:pt x="4564960" y="1905000"/>
                  </a:lnTo>
                </a:path>
                <a:path w="9060815" h="2540000">
                  <a:moveTo>
                    <a:pt x="4818960" y="1905000"/>
                  </a:moveTo>
                  <a:lnTo>
                    <a:pt x="9060761" y="1905000"/>
                  </a:lnTo>
                </a:path>
                <a:path w="9060815" h="2540000">
                  <a:moveTo>
                    <a:pt x="1796360" y="1905000"/>
                  </a:moveTo>
                  <a:lnTo>
                    <a:pt x="1859860" y="1905000"/>
                  </a:lnTo>
                </a:path>
                <a:path w="9060815" h="2540000">
                  <a:moveTo>
                    <a:pt x="0" y="1905000"/>
                  </a:moveTo>
                  <a:lnTo>
                    <a:pt x="272360" y="1905000"/>
                  </a:lnTo>
                </a:path>
                <a:path w="9060815" h="2540000">
                  <a:moveTo>
                    <a:pt x="2113860" y="1905000"/>
                  </a:moveTo>
                  <a:lnTo>
                    <a:pt x="2177360" y="1905000"/>
                  </a:lnTo>
                </a:path>
                <a:path w="9060815" h="2540000">
                  <a:moveTo>
                    <a:pt x="526360" y="1905000"/>
                  </a:moveTo>
                  <a:lnTo>
                    <a:pt x="1542360" y="1905000"/>
                  </a:lnTo>
                </a:path>
                <a:path w="9060815" h="2540000">
                  <a:moveTo>
                    <a:pt x="2431360" y="1905000"/>
                  </a:moveTo>
                  <a:lnTo>
                    <a:pt x="2494860" y="1905000"/>
                  </a:lnTo>
                </a:path>
                <a:path w="9060815" h="2540000">
                  <a:moveTo>
                    <a:pt x="1796360" y="1270000"/>
                  </a:moveTo>
                  <a:lnTo>
                    <a:pt x="1859860" y="1270000"/>
                  </a:lnTo>
                </a:path>
                <a:path w="9060815" h="2540000">
                  <a:moveTo>
                    <a:pt x="526360" y="1270000"/>
                  </a:moveTo>
                  <a:lnTo>
                    <a:pt x="1542360" y="1270000"/>
                  </a:lnTo>
                </a:path>
                <a:path w="9060815" h="2540000">
                  <a:moveTo>
                    <a:pt x="2431360" y="1270000"/>
                  </a:moveTo>
                  <a:lnTo>
                    <a:pt x="4564960" y="1270000"/>
                  </a:lnTo>
                </a:path>
                <a:path w="9060815" h="2540000">
                  <a:moveTo>
                    <a:pt x="4818960" y="1270000"/>
                  </a:moveTo>
                  <a:lnTo>
                    <a:pt x="9060761" y="1270000"/>
                  </a:lnTo>
                </a:path>
                <a:path w="9060815" h="2540000">
                  <a:moveTo>
                    <a:pt x="0" y="1270000"/>
                  </a:moveTo>
                  <a:lnTo>
                    <a:pt x="272360" y="1270000"/>
                  </a:lnTo>
                </a:path>
                <a:path w="9060815" h="2540000">
                  <a:moveTo>
                    <a:pt x="2113860" y="1270000"/>
                  </a:moveTo>
                  <a:lnTo>
                    <a:pt x="2177360" y="1270000"/>
                  </a:lnTo>
                </a:path>
                <a:path w="9060815" h="2540000">
                  <a:moveTo>
                    <a:pt x="6757512" y="635000"/>
                  </a:moveTo>
                  <a:lnTo>
                    <a:pt x="9060761" y="635000"/>
                  </a:lnTo>
                </a:path>
                <a:path w="9060815" h="2540000">
                  <a:moveTo>
                    <a:pt x="2431360" y="635000"/>
                  </a:moveTo>
                  <a:lnTo>
                    <a:pt x="6590090" y="635000"/>
                  </a:lnTo>
                </a:path>
                <a:path w="9060815" h="2540000">
                  <a:moveTo>
                    <a:pt x="2113860" y="635000"/>
                  </a:moveTo>
                  <a:lnTo>
                    <a:pt x="2177360" y="635000"/>
                  </a:lnTo>
                </a:path>
                <a:path w="9060815" h="2540000">
                  <a:moveTo>
                    <a:pt x="0" y="635000"/>
                  </a:moveTo>
                  <a:lnTo>
                    <a:pt x="272360" y="635000"/>
                  </a:lnTo>
                </a:path>
                <a:path w="9060815" h="2540000">
                  <a:moveTo>
                    <a:pt x="526360" y="635000"/>
                  </a:moveTo>
                  <a:lnTo>
                    <a:pt x="1859860" y="635000"/>
                  </a:lnTo>
                </a:path>
                <a:path w="9060815" h="2540000">
                  <a:moveTo>
                    <a:pt x="0" y="0"/>
                  </a:moveTo>
                  <a:lnTo>
                    <a:pt x="272360" y="0"/>
                  </a:lnTo>
                </a:path>
                <a:path w="9060815" h="2540000">
                  <a:moveTo>
                    <a:pt x="526360" y="0"/>
                  </a:moveTo>
                  <a:lnTo>
                    <a:pt x="906076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25700" y="1816099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254000" y="0"/>
                  </a:moveTo>
                  <a:lnTo>
                    <a:pt x="0" y="0"/>
                  </a:lnTo>
                  <a:lnTo>
                    <a:pt x="0" y="3483838"/>
                  </a:lnTo>
                  <a:lnTo>
                    <a:pt x="254000" y="3483838"/>
                  </a:lnTo>
                  <a:lnTo>
                    <a:pt x="254000" y="0"/>
                  </a:lnTo>
                  <a:close/>
                </a:path>
                <a:path w="6286500" h="3484245">
                  <a:moveTo>
                    <a:pt x="3276600" y="2552700"/>
                  </a:moveTo>
                  <a:lnTo>
                    <a:pt x="3022600" y="2552700"/>
                  </a:lnTo>
                  <a:lnTo>
                    <a:pt x="3022600" y="3483838"/>
                  </a:lnTo>
                  <a:lnTo>
                    <a:pt x="3276600" y="3483838"/>
                  </a:lnTo>
                  <a:lnTo>
                    <a:pt x="3276600" y="2552700"/>
                  </a:lnTo>
                  <a:close/>
                </a:path>
                <a:path w="6286500" h="3484245">
                  <a:moveTo>
                    <a:pt x="6286500" y="3098800"/>
                  </a:moveTo>
                  <a:lnTo>
                    <a:pt x="6045200" y="3098800"/>
                  </a:lnTo>
                  <a:lnTo>
                    <a:pt x="6045200" y="3483838"/>
                  </a:lnTo>
                  <a:lnTo>
                    <a:pt x="6286500" y="3483838"/>
                  </a:lnTo>
                  <a:lnTo>
                    <a:pt x="6286500" y="309880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425700" y="1816100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0" y="0"/>
                  </a:moveTo>
                  <a:lnTo>
                    <a:pt x="254000" y="0"/>
                  </a:lnTo>
                  <a:lnTo>
                    <a:pt x="254000" y="3483833"/>
                  </a:lnTo>
                  <a:lnTo>
                    <a:pt x="0" y="3483833"/>
                  </a:lnTo>
                  <a:lnTo>
                    <a:pt x="0" y="0"/>
                  </a:lnTo>
                  <a:close/>
                </a:path>
                <a:path w="6286500" h="3484245">
                  <a:moveTo>
                    <a:pt x="3022600" y="2552700"/>
                  </a:moveTo>
                  <a:lnTo>
                    <a:pt x="3276600" y="2552700"/>
                  </a:lnTo>
                  <a:lnTo>
                    <a:pt x="3276600" y="3483833"/>
                  </a:lnTo>
                  <a:lnTo>
                    <a:pt x="3022600" y="3483833"/>
                  </a:lnTo>
                  <a:lnTo>
                    <a:pt x="3022600" y="2552700"/>
                  </a:lnTo>
                  <a:close/>
                </a:path>
                <a:path w="6286500" h="3484245">
                  <a:moveTo>
                    <a:pt x="6045200" y="3098800"/>
                  </a:moveTo>
                  <a:lnTo>
                    <a:pt x="6286500" y="3098800"/>
                  </a:lnTo>
                  <a:lnTo>
                    <a:pt x="6286500" y="3483833"/>
                  </a:lnTo>
                  <a:lnTo>
                    <a:pt x="6045200" y="3483833"/>
                  </a:lnTo>
                  <a:lnTo>
                    <a:pt x="6045200" y="3098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743200" y="4673599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254000" y="0"/>
                  </a:moveTo>
                  <a:lnTo>
                    <a:pt x="0" y="0"/>
                  </a:lnTo>
                  <a:lnTo>
                    <a:pt x="0" y="626338"/>
                  </a:lnTo>
                  <a:lnTo>
                    <a:pt x="254000" y="626338"/>
                  </a:lnTo>
                  <a:lnTo>
                    <a:pt x="254000" y="0"/>
                  </a:lnTo>
                  <a:close/>
                </a:path>
                <a:path w="6286500" h="626745">
                  <a:moveTo>
                    <a:pt x="3276600" y="50800"/>
                  </a:moveTo>
                  <a:lnTo>
                    <a:pt x="3022600" y="50800"/>
                  </a:lnTo>
                  <a:lnTo>
                    <a:pt x="3022600" y="626338"/>
                  </a:lnTo>
                  <a:lnTo>
                    <a:pt x="3276600" y="626338"/>
                  </a:lnTo>
                  <a:lnTo>
                    <a:pt x="3276600" y="50800"/>
                  </a:lnTo>
                  <a:close/>
                </a:path>
                <a:path w="6286500" h="626745">
                  <a:moveTo>
                    <a:pt x="6286500" y="254000"/>
                  </a:moveTo>
                  <a:lnTo>
                    <a:pt x="6045200" y="254000"/>
                  </a:lnTo>
                  <a:lnTo>
                    <a:pt x="6045200" y="626338"/>
                  </a:lnTo>
                  <a:lnTo>
                    <a:pt x="6286500" y="626338"/>
                  </a:lnTo>
                  <a:lnTo>
                    <a:pt x="6286500" y="25400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43200" y="4673600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0" y="0"/>
                  </a:moveTo>
                  <a:lnTo>
                    <a:pt x="254000" y="0"/>
                  </a:lnTo>
                  <a:lnTo>
                    <a:pt x="254000" y="626333"/>
                  </a:lnTo>
                  <a:lnTo>
                    <a:pt x="0" y="626333"/>
                  </a:lnTo>
                  <a:lnTo>
                    <a:pt x="0" y="0"/>
                  </a:lnTo>
                  <a:close/>
                </a:path>
                <a:path w="6286500" h="626745">
                  <a:moveTo>
                    <a:pt x="3022600" y="50800"/>
                  </a:moveTo>
                  <a:lnTo>
                    <a:pt x="3276600" y="50800"/>
                  </a:lnTo>
                  <a:lnTo>
                    <a:pt x="3276600" y="626333"/>
                  </a:lnTo>
                  <a:lnTo>
                    <a:pt x="3022600" y="626333"/>
                  </a:lnTo>
                  <a:lnTo>
                    <a:pt x="3022600" y="50800"/>
                  </a:lnTo>
                  <a:close/>
                </a:path>
                <a:path w="6286500" h="626745">
                  <a:moveTo>
                    <a:pt x="6045200" y="254000"/>
                  </a:moveTo>
                  <a:lnTo>
                    <a:pt x="6286500" y="254000"/>
                  </a:lnTo>
                  <a:lnTo>
                    <a:pt x="6286500" y="626333"/>
                  </a:lnTo>
                  <a:lnTo>
                    <a:pt x="6045200" y="626333"/>
                  </a:lnTo>
                  <a:lnTo>
                    <a:pt x="6045200" y="254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60700" y="4533899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254000" y="12700"/>
                  </a:moveTo>
                  <a:lnTo>
                    <a:pt x="0" y="12700"/>
                  </a:lnTo>
                  <a:lnTo>
                    <a:pt x="0" y="766038"/>
                  </a:lnTo>
                  <a:lnTo>
                    <a:pt x="254000" y="766038"/>
                  </a:lnTo>
                  <a:lnTo>
                    <a:pt x="254000" y="12700"/>
                  </a:lnTo>
                  <a:close/>
                </a:path>
                <a:path w="6286500" h="766445">
                  <a:moveTo>
                    <a:pt x="3276600" y="0"/>
                  </a:moveTo>
                  <a:lnTo>
                    <a:pt x="3022600" y="0"/>
                  </a:lnTo>
                  <a:lnTo>
                    <a:pt x="3022600" y="766038"/>
                  </a:lnTo>
                  <a:lnTo>
                    <a:pt x="3276600" y="766038"/>
                  </a:lnTo>
                  <a:lnTo>
                    <a:pt x="3276600" y="0"/>
                  </a:lnTo>
                  <a:close/>
                </a:path>
                <a:path w="6286500" h="766445">
                  <a:moveTo>
                    <a:pt x="6286500" y="444500"/>
                  </a:moveTo>
                  <a:lnTo>
                    <a:pt x="6045200" y="444500"/>
                  </a:lnTo>
                  <a:lnTo>
                    <a:pt x="6045200" y="766038"/>
                  </a:lnTo>
                  <a:lnTo>
                    <a:pt x="6286500" y="766038"/>
                  </a:lnTo>
                  <a:lnTo>
                    <a:pt x="6286500" y="44450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60700" y="4533900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0" y="12700"/>
                  </a:moveTo>
                  <a:lnTo>
                    <a:pt x="254000" y="12700"/>
                  </a:lnTo>
                  <a:lnTo>
                    <a:pt x="254000" y="766033"/>
                  </a:lnTo>
                  <a:lnTo>
                    <a:pt x="0" y="766033"/>
                  </a:lnTo>
                  <a:lnTo>
                    <a:pt x="0" y="12700"/>
                  </a:lnTo>
                  <a:close/>
                </a:path>
                <a:path w="6286500" h="766445">
                  <a:moveTo>
                    <a:pt x="3022600" y="0"/>
                  </a:moveTo>
                  <a:lnTo>
                    <a:pt x="3276600" y="0"/>
                  </a:lnTo>
                  <a:lnTo>
                    <a:pt x="3276600" y="766033"/>
                  </a:lnTo>
                  <a:lnTo>
                    <a:pt x="3022600" y="766033"/>
                  </a:lnTo>
                  <a:lnTo>
                    <a:pt x="3022600" y="0"/>
                  </a:lnTo>
                  <a:close/>
                </a:path>
                <a:path w="6286500" h="766445">
                  <a:moveTo>
                    <a:pt x="6045200" y="444500"/>
                  </a:moveTo>
                  <a:lnTo>
                    <a:pt x="6286500" y="444500"/>
                  </a:lnTo>
                  <a:lnTo>
                    <a:pt x="6286500" y="766033"/>
                  </a:lnTo>
                  <a:lnTo>
                    <a:pt x="6045200" y="766033"/>
                  </a:lnTo>
                  <a:lnTo>
                    <a:pt x="6045200" y="444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78200" y="4254499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254000" y="0"/>
                  </a:moveTo>
                  <a:lnTo>
                    <a:pt x="0" y="0"/>
                  </a:lnTo>
                  <a:lnTo>
                    <a:pt x="0" y="1045438"/>
                  </a:lnTo>
                  <a:lnTo>
                    <a:pt x="254000" y="1045438"/>
                  </a:lnTo>
                  <a:lnTo>
                    <a:pt x="254000" y="0"/>
                  </a:lnTo>
                  <a:close/>
                </a:path>
                <a:path w="6286500" h="1045845">
                  <a:moveTo>
                    <a:pt x="3276600" y="76200"/>
                  </a:moveTo>
                  <a:lnTo>
                    <a:pt x="3022600" y="76200"/>
                  </a:lnTo>
                  <a:lnTo>
                    <a:pt x="3022600" y="1045438"/>
                  </a:lnTo>
                  <a:lnTo>
                    <a:pt x="3276600" y="1045438"/>
                  </a:lnTo>
                  <a:lnTo>
                    <a:pt x="3276600" y="76200"/>
                  </a:lnTo>
                  <a:close/>
                </a:path>
                <a:path w="6286500" h="1045845">
                  <a:moveTo>
                    <a:pt x="6286500" y="812800"/>
                  </a:moveTo>
                  <a:lnTo>
                    <a:pt x="6045200" y="812800"/>
                  </a:lnTo>
                  <a:lnTo>
                    <a:pt x="6045200" y="1045438"/>
                  </a:lnTo>
                  <a:lnTo>
                    <a:pt x="6286500" y="1045438"/>
                  </a:lnTo>
                  <a:lnTo>
                    <a:pt x="6286500" y="81280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78200" y="4254500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0" y="0"/>
                  </a:moveTo>
                  <a:lnTo>
                    <a:pt x="254000" y="0"/>
                  </a:lnTo>
                  <a:lnTo>
                    <a:pt x="254000" y="1045433"/>
                  </a:lnTo>
                  <a:lnTo>
                    <a:pt x="0" y="1045433"/>
                  </a:lnTo>
                  <a:lnTo>
                    <a:pt x="0" y="0"/>
                  </a:lnTo>
                  <a:close/>
                </a:path>
                <a:path w="6286500" h="1045845">
                  <a:moveTo>
                    <a:pt x="3022600" y="76200"/>
                  </a:moveTo>
                  <a:lnTo>
                    <a:pt x="3276600" y="76200"/>
                  </a:lnTo>
                  <a:lnTo>
                    <a:pt x="3276600" y="1045433"/>
                  </a:lnTo>
                  <a:lnTo>
                    <a:pt x="3022600" y="1045433"/>
                  </a:lnTo>
                  <a:lnTo>
                    <a:pt x="3022600" y="76200"/>
                  </a:lnTo>
                  <a:close/>
                </a:path>
                <a:path w="6286500" h="1045845">
                  <a:moveTo>
                    <a:pt x="6045200" y="812800"/>
                  </a:moveTo>
                  <a:lnTo>
                    <a:pt x="6286500" y="812800"/>
                  </a:lnTo>
                  <a:lnTo>
                    <a:pt x="6286500" y="1045433"/>
                  </a:lnTo>
                  <a:lnTo>
                    <a:pt x="6045200" y="1045433"/>
                  </a:lnTo>
                  <a:lnTo>
                    <a:pt x="6045200" y="812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695700" y="3200399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254000" y="0"/>
                  </a:moveTo>
                  <a:lnTo>
                    <a:pt x="0" y="0"/>
                  </a:lnTo>
                  <a:lnTo>
                    <a:pt x="0" y="2099538"/>
                  </a:lnTo>
                  <a:lnTo>
                    <a:pt x="254000" y="2099538"/>
                  </a:lnTo>
                  <a:lnTo>
                    <a:pt x="254000" y="0"/>
                  </a:lnTo>
                  <a:close/>
                </a:path>
                <a:path w="6286500" h="2099945">
                  <a:moveTo>
                    <a:pt x="3276600" y="165100"/>
                  </a:moveTo>
                  <a:lnTo>
                    <a:pt x="3022600" y="165100"/>
                  </a:lnTo>
                  <a:lnTo>
                    <a:pt x="3022600" y="2099538"/>
                  </a:lnTo>
                  <a:lnTo>
                    <a:pt x="3276600" y="2099538"/>
                  </a:lnTo>
                  <a:lnTo>
                    <a:pt x="3276600" y="165100"/>
                  </a:lnTo>
                  <a:close/>
                </a:path>
                <a:path w="6286500" h="2099945">
                  <a:moveTo>
                    <a:pt x="6286500" y="2019300"/>
                  </a:moveTo>
                  <a:lnTo>
                    <a:pt x="6045200" y="2019300"/>
                  </a:lnTo>
                  <a:lnTo>
                    <a:pt x="6045200" y="2099538"/>
                  </a:lnTo>
                  <a:lnTo>
                    <a:pt x="6286500" y="2099538"/>
                  </a:lnTo>
                  <a:lnTo>
                    <a:pt x="6286500" y="201930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95700" y="3200400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0" y="0"/>
                  </a:moveTo>
                  <a:lnTo>
                    <a:pt x="254000" y="0"/>
                  </a:lnTo>
                  <a:lnTo>
                    <a:pt x="254000" y="2099533"/>
                  </a:lnTo>
                  <a:lnTo>
                    <a:pt x="0" y="2099533"/>
                  </a:lnTo>
                  <a:lnTo>
                    <a:pt x="0" y="0"/>
                  </a:lnTo>
                  <a:close/>
                </a:path>
                <a:path w="6286500" h="2099945">
                  <a:moveTo>
                    <a:pt x="3022600" y="165100"/>
                  </a:moveTo>
                  <a:lnTo>
                    <a:pt x="3276600" y="165100"/>
                  </a:lnTo>
                  <a:lnTo>
                    <a:pt x="3276600" y="2099533"/>
                  </a:lnTo>
                  <a:lnTo>
                    <a:pt x="3022600" y="2099533"/>
                  </a:lnTo>
                  <a:lnTo>
                    <a:pt x="3022600" y="165100"/>
                  </a:lnTo>
                  <a:close/>
                </a:path>
                <a:path w="6286500" h="2099945">
                  <a:moveTo>
                    <a:pt x="6045200" y="2019300"/>
                  </a:moveTo>
                  <a:lnTo>
                    <a:pt x="6286500" y="2019300"/>
                  </a:lnTo>
                  <a:lnTo>
                    <a:pt x="6286500" y="2099533"/>
                  </a:lnTo>
                  <a:lnTo>
                    <a:pt x="6045200" y="2099533"/>
                  </a:lnTo>
                  <a:lnTo>
                    <a:pt x="6045200" y="2019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13200" y="2298699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254000" y="0"/>
                  </a:moveTo>
                  <a:lnTo>
                    <a:pt x="0" y="0"/>
                  </a:lnTo>
                  <a:lnTo>
                    <a:pt x="0" y="3001238"/>
                  </a:lnTo>
                  <a:lnTo>
                    <a:pt x="254000" y="3001238"/>
                  </a:lnTo>
                  <a:lnTo>
                    <a:pt x="254000" y="0"/>
                  </a:lnTo>
                  <a:close/>
                </a:path>
                <a:path w="6286500" h="3001645">
                  <a:moveTo>
                    <a:pt x="3276600" y="2184400"/>
                  </a:moveTo>
                  <a:lnTo>
                    <a:pt x="3022600" y="2184400"/>
                  </a:lnTo>
                  <a:lnTo>
                    <a:pt x="3022600" y="3001238"/>
                  </a:lnTo>
                  <a:lnTo>
                    <a:pt x="3276600" y="3001238"/>
                  </a:lnTo>
                  <a:lnTo>
                    <a:pt x="3276600" y="2184400"/>
                  </a:lnTo>
                  <a:close/>
                </a:path>
                <a:path w="6286500" h="3001645">
                  <a:moveTo>
                    <a:pt x="6286500" y="2527300"/>
                  </a:moveTo>
                  <a:lnTo>
                    <a:pt x="6045200" y="2527300"/>
                  </a:lnTo>
                  <a:lnTo>
                    <a:pt x="6045200" y="3001238"/>
                  </a:lnTo>
                  <a:lnTo>
                    <a:pt x="6286500" y="3001238"/>
                  </a:lnTo>
                  <a:lnTo>
                    <a:pt x="6286500" y="252730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13200" y="2298700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0" y="0"/>
                  </a:moveTo>
                  <a:lnTo>
                    <a:pt x="254000" y="0"/>
                  </a:lnTo>
                  <a:lnTo>
                    <a:pt x="254000" y="3001233"/>
                  </a:lnTo>
                  <a:lnTo>
                    <a:pt x="0" y="3001233"/>
                  </a:lnTo>
                  <a:lnTo>
                    <a:pt x="0" y="0"/>
                  </a:lnTo>
                  <a:close/>
                </a:path>
                <a:path w="6286500" h="3001645">
                  <a:moveTo>
                    <a:pt x="3022600" y="2184400"/>
                  </a:moveTo>
                  <a:lnTo>
                    <a:pt x="3276600" y="2184400"/>
                  </a:lnTo>
                  <a:lnTo>
                    <a:pt x="3276600" y="3001233"/>
                  </a:lnTo>
                  <a:lnTo>
                    <a:pt x="3022600" y="3001233"/>
                  </a:lnTo>
                  <a:lnTo>
                    <a:pt x="3022600" y="2184400"/>
                  </a:lnTo>
                  <a:close/>
                </a:path>
                <a:path w="6286500" h="3001645">
                  <a:moveTo>
                    <a:pt x="6045200" y="2527300"/>
                  </a:moveTo>
                  <a:lnTo>
                    <a:pt x="6286500" y="2527300"/>
                  </a:lnTo>
                  <a:lnTo>
                    <a:pt x="6286500" y="3001233"/>
                  </a:lnTo>
                  <a:lnTo>
                    <a:pt x="6045200" y="3001233"/>
                  </a:lnTo>
                  <a:lnTo>
                    <a:pt x="6045200" y="2527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30700" y="2412999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254000" y="0"/>
                  </a:moveTo>
                  <a:lnTo>
                    <a:pt x="0" y="0"/>
                  </a:lnTo>
                  <a:lnTo>
                    <a:pt x="0" y="2886938"/>
                  </a:lnTo>
                  <a:lnTo>
                    <a:pt x="254000" y="2886938"/>
                  </a:lnTo>
                  <a:lnTo>
                    <a:pt x="254000" y="0"/>
                  </a:lnTo>
                  <a:close/>
                </a:path>
                <a:path w="6286500" h="2887345">
                  <a:moveTo>
                    <a:pt x="3276600" y="2070100"/>
                  </a:moveTo>
                  <a:lnTo>
                    <a:pt x="3022600" y="2070100"/>
                  </a:lnTo>
                  <a:lnTo>
                    <a:pt x="3022600" y="2886938"/>
                  </a:lnTo>
                  <a:lnTo>
                    <a:pt x="3276600" y="2886938"/>
                  </a:lnTo>
                  <a:lnTo>
                    <a:pt x="3276600" y="2070100"/>
                  </a:lnTo>
                  <a:close/>
                </a:path>
                <a:path w="6286500" h="2887345">
                  <a:moveTo>
                    <a:pt x="6286500" y="2425700"/>
                  </a:moveTo>
                  <a:lnTo>
                    <a:pt x="6045200" y="2425700"/>
                  </a:lnTo>
                  <a:lnTo>
                    <a:pt x="6045200" y="2886938"/>
                  </a:lnTo>
                  <a:lnTo>
                    <a:pt x="6286500" y="2886938"/>
                  </a:lnTo>
                  <a:lnTo>
                    <a:pt x="6286500" y="242570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30700" y="2413000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0" y="0"/>
                  </a:moveTo>
                  <a:lnTo>
                    <a:pt x="254000" y="0"/>
                  </a:lnTo>
                  <a:lnTo>
                    <a:pt x="254000" y="2886933"/>
                  </a:lnTo>
                  <a:lnTo>
                    <a:pt x="0" y="2886933"/>
                  </a:lnTo>
                  <a:lnTo>
                    <a:pt x="0" y="0"/>
                  </a:lnTo>
                  <a:close/>
                </a:path>
                <a:path w="6286500" h="2887345">
                  <a:moveTo>
                    <a:pt x="3022600" y="2070100"/>
                  </a:moveTo>
                  <a:lnTo>
                    <a:pt x="3276600" y="2070100"/>
                  </a:lnTo>
                  <a:lnTo>
                    <a:pt x="3276600" y="2886933"/>
                  </a:lnTo>
                  <a:lnTo>
                    <a:pt x="3022600" y="2886933"/>
                  </a:lnTo>
                  <a:lnTo>
                    <a:pt x="3022600" y="2070100"/>
                  </a:lnTo>
                  <a:close/>
                </a:path>
                <a:path w="6286500" h="2887345">
                  <a:moveTo>
                    <a:pt x="6045200" y="2425700"/>
                  </a:moveTo>
                  <a:lnTo>
                    <a:pt x="6286500" y="2425700"/>
                  </a:lnTo>
                  <a:lnTo>
                    <a:pt x="6286500" y="2886933"/>
                  </a:lnTo>
                  <a:lnTo>
                    <a:pt x="6045200" y="2886933"/>
                  </a:lnTo>
                  <a:lnTo>
                    <a:pt x="6045200" y="24257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48200" y="3949699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254000" y="0"/>
                  </a:moveTo>
                  <a:lnTo>
                    <a:pt x="0" y="0"/>
                  </a:lnTo>
                  <a:lnTo>
                    <a:pt x="0" y="1350238"/>
                  </a:lnTo>
                  <a:lnTo>
                    <a:pt x="254000" y="1350238"/>
                  </a:lnTo>
                  <a:lnTo>
                    <a:pt x="254000" y="0"/>
                  </a:lnTo>
                  <a:close/>
                </a:path>
                <a:path w="6286500" h="1350645">
                  <a:moveTo>
                    <a:pt x="3276600" y="787400"/>
                  </a:moveTo>
                  <a:lnTo>
                    <a:pt x="3022600" y="787400"/>
                  </a:lnTo>
                  <a:lnTo>
                    <a:pt x="3022600" y="1350238"/>
                  </a:lnTo>
                  <a:lnTo>
                    <a:pt x="3276600" y="1350238"/>
                  </a:lnTo>
                  <a:lnTo>
                    <a:pt x="3276600" y="787400"/>
                  </a:lnTo>
                  <a:close/>
                </a:path>
                <a:path w="6286500" h="1350645">
                  <a:moveTo>
                    <a:pt x="6286500" y="1295400"/>
                  </a:moveTo>
                  <a:lnTo>
                    <a:pt x="6045200" y="1295400"/>
                  </a:lnTo>
                  <a:lnTo>
                    <a:pt x="6045200" y="1350238"/>
                  </a:lnTo>
                  <a:lnTo>
                    <a:pt x="6286500" y="1350238"/>
                  </a:lnTo>
                  <a:lnTo>
                    <a:pt x="6286500" y="129540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48200" y="3949700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0" y="0"/>
                  </a:moveTo>
                  <a:lnTo>
                    <a:pt x="254000" y="0"/>
                  </a:lnTo>
                  <a:lnTo>
                    <a:pt x="254000" y="1350233"/>
                  </a:lnTo>
                  <a:lnTo>
                    <a:pt x="0" y="1350233"/>
                  </a:lnTo>
                  <a:lnTo>
                    <a:pt x="0" y="0"/>
                  </a:lnTo>
                  <a:close/>
                </a:path>
                <a:path w="6286500" h="1350645">
                  <a:moveTo>
                    <a:pt x="3022600" y="787400"/>
                  </a:moveTo>
                  <a:lnTo>
                    <a:pt x="3276600" y="787400"/>
                  </a:lnTo>
                  <a:lnTo>
                    <a:pt x="3276600" y="1350233"/>
                  </a:lnTo>
                  <a:lnTo>
                    <a:pt x="3022600" y="1350233"/>
                  </a:lnTo>
                  <a:lnTo>
                    <a:pt x="3022600" y="787400"/>
                  </a:lnTo>
                  <a:close/>
                </a:path>
                <a:path w="6286500" h="1350645">
                  <a:moveTo>
                    <a:pt x="6045200" y="1295400"/>
                  </a:moveTo>
                  <a:lnTo>
                    <a:pt x="6286500" y="1295400"/>
                  </a:lnTo>
                  <a:lnTo>
                    <a:pt x="6286500" y="1350233"/>
                  </a:lnTo>
                  <a:lnTo>
                    <a:pt x="6045200" y="1350233"/>
                  </a:lnTo>
                  <a:lnTo>
                    <a:pt x="6045200" y="1295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53339" y="5299932"/>
              <a:ext cx="9060815" cy="0"/>
            </a:xfrm>
            <a:custGeom>
              <a:avLst/>
              <a:gdLst/>
              <a:ahLst/>
              <a:cxnLst/>
              <a:rect l="l" t="t" r="r" b="b"/>
              <a:pathLst>
                <a:path w="9060815">
                  <a:moveTo>
                    <a:pt x="0" y="0"/>
                  </a:moveTo>
                  <a:lnTo>
                    <a:pt x="9060761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2153339" y="1659965"/>
            <a:ext cx="9060815" cy="0"/>
          </a:xfrm>
          <a:custGeom>
            <a:avLst/>
            <a:gdLst/>
            <a:ahLst/>
            <a:cxnLst/>
            <a:rect l="l" t="t" r="r" b="b"/>
            <a:pathLst>
              <a:path w="9060815">
                <a:moveTo>
                  <a:pt x="0" y="0"/>
                </a:moveTo>
                <a:lnTo>
                  <a:pt x="906076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94396" y="1425164"/>
            <a:ext cx="488950" cy="421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8890" algn="r">
              <a:lnSpc>
                <a:spcPct val="100000"/>
              </a:lnSpc>
              <a:spcBef>
                <a:spcPts val="214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6135" y="2375300"/>
            <a:ext cx="397510" cy="2392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Throughput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(MB/s)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730730" y="1706829"/>
            <a:ext cx="193040" cy="193040"/>
            <a:chOff x="8730730" y="1524741"/>
            <a:chExt cx="193040" cy="193040"/>
          </a:xfrm>
        </p:grpSpPr>
        <p:sp>
          <p:nvSpPr>
            <p:cNvPr id="31" name="object 31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977099" y="1949420"/>
            <a:ext cx="153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74434" y="2473042"/>
            <a:ext cx="7122159" cy="2757170"/>
            <a:chOff x="2774434" y="2290954"/>
            <a:chExt cx="7122159" cy="2757170"/>
          </a:xfrm>
        </p:grpSpPr>
        <p:sp>
          <p:nvSpPr>
            <p:cNvPr id="35" name="object 35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2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3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4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5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6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7"/>
            <p:cNvSpPr/>
            <p:nvPr/>
          </p:nvSpPr>
          <p:spPr>
            <a:xfrm>
              <a:off x="2774429" y="2763570"/>
              <a:ext cx="7122159" cy="2284730"/>
            </a:xfrm>
            <a:custGeom>
              <a:avLst/>
              <a:gdLst/>
              <a:ahLst/>
              <a:cxnLst/>
              <a:rect l="l" t="t" r="r" b="b"/>
              <a:pathLst>
                <a:path w="7122159" h="2284729">
                  <a:moveTo>
                    <a:pt x="932980" y="353326"/>
                  </a:moveTo>
                  <a:lnTo>
                    <a:pt x="914908" y="166839"/>
                  </a:lnTo>
                  <a:lnTo>
                    <a:pt x="898753" y="0"/>
                  </a:lnTo>
                  <a:lnTo>
                    <a:pt x="636625" y="239382"/>
                  </a:lnTo>
                  <a:lnTo>
                    <a:pt x="792060" y="189992"/>
                  </a:lnTo>
                  <a:lnTo>
                    <a:pt x="775627" y="234416"/>
                  </a:lnTo>
                  <a:lnTo>
                    <a:pt x="756793" y="284594"/>
                  </a:lnTo>
                  <a:lnTo>
                    <a:pt x="737146" y="335813"/>
                  </a:lnTo>
                  <a:lnTo>
                    <a:pt x="694969" y="440385"/>
                  </a:lnTo>
                  <a:lnTo>
                    <a:pt x="672630" y="492277"/>
                  </a:lnTo>
                  <a:lnTo>
                    <a:pt x="649452" y="543255"/>
                  </a:lnTo>
                  <a:lnTo>
                    <a:pt x="625487" y="592772"/>
                  </a:lnTo>
                  <a:lnTo>
                    <a:pt x="600748" y="640283"/>
                  </a:lnTo>
                  <a:lnTo>
                    <a:pt x="575297" y="685241"/>
                  </a:lnTo>
                  <a:lnTo>
                    <a:pt x="548932" y="727456"/>
                  </a:lnTo>
                  <a:lnTo>
                    <a:pt x="521589" y="767778"/>
                  </a:lnTo>
                  <a:lnTo>
                    <a:pt x="495300" y="804443"/>
                  </a:lnTo>
                  <a:lnTo>
                    <a:pt x="493725" y="806678"/>
                  </a:lnTo>
                  <a:lnTo>
                    <a:pt x="435102" y="882332"/>
                  </a:lnTo>
                  <a:lnTo>
                    <a:pt x="372986" y="955027"/>
                  </a:lnTo>
                  <a:lnTo>
                    <a:pt x="307098" y="1025690"/>
                  </a:lnTo>
                  <a:lnTo>
                    <a:pt x="237147" y="1095260"/>
                  </a:lnTo>
                  <a:lnTo>
                    <a:pt x="162725" y="1164755"/>
                  </a:lnTo>
                  <a:lnTo>
                    <a:pt x="123774" y="1199743"/>
                  </a:lnTo>
                  <a:lnTo>
                    <a:pt x="83858" y="1234833"/>
                  </a:lnTo>
                  <a:lnTo>
                    <a:pt x="42621" y="1270431"/>
                  </a:lnTo>
                  <a:lnTo>
                    <a:pt x="0" y="1306677"/>
                  </a:lnTo>
                  <a:lnTo>
                    <a:pt x="41135" y="1355051"/>
                  </a:lnTo>
                  <a:lnTo>
                    <a:pt x="83845" y="1318742"/>
                  </a:lnTo>
                  <a:lnTo>
                    <a:pt x="125463" y="1282814"/>
                  </a:lnTo>
                  <a:lnTo>
                    <a:pt x="165938" y="1247228"/>
                  </a:lnTo>
                  <a:lnTo>
                    <a:pt x="205384" y="1211795"/>
                  </a:lnTo>
                  <a:lnTo>
                    <a:pt x="280847" y="1141336"/>
                  </a:lnTo>
                  <a:lnTo>
                    <a:pt x="352298" y="1070305"/>
                  </a:lnTo>
                  <a:lnTo>
                    <a:pt x="419887" y="997839"/>
                  </a:lnTo>
                  <a:lnTo>
                    <a:pt x="483857" y="923023"/>
                  </a:lnTo>
                  <a:lnTo>
                    <a:pt x="544271" y="845121"/>
                  </a:lnTo>
                  <a:lnTo>
                    <a:pt x="573430" y="804443"/>
                  </a:lnTo>
                  <a:lnTo>
                    <a:pt x="601814" y="762622"/>
                  </a:lnTo>
                  <a:lnTo>
                    <a:pt x="629500" y="718324"/>
                  </a:lnTo>
                  <a:lnTo>
                    <a:pt x="656259" y="671118"/>
                  </a:lnTo>
                  <a:lnTo>
                    <a:pt x="682015" y="621703"/>
                  </a:lnTo>
                  <a:lnTo>
                    <a:pt x="706767" y="570585"/>
                  </a:lnTo>
                  <a:lnTo>
                    <a:pt x="730567" y="518261"/>
                  </a:lnTo>
                  <a:lnTo>
                    <a:pt x="753427" y="465162"/>
                  </a:lnTo>
                  <a:lnTo>
                    <a:pt x="796137" y="359321"/>
                  </a:lnTo>
                  <a:lnTo>
                    <a:pt x="816127" y="307238"/>
                  </a:lnTo>
                  <a:lnTo>
                    <a:pt x="835101" y="256654"/>
                  </a:lnTo>
                  <a:lnTo>
                    <a:pt x="851128" y="213309"/>
                  </a:lnTo>
                  <a:lnTo>
                    <a:pt x="932980" y="353326"/>
                  </a:lnTo>
                  <a:close/>
                </a:path>
                <a:path w="7122159" h="2284729">
                  <a:moveTo>
                    <a:pt x="3900678" y="512495"/>
                  </a:moveTo>
                  <a:lnTo>
                    <a:pt x="3882606" y="326009"/>
                  </a:lnTo>
                  <a:lnTo>
                    <a:pt x="3866451" y="159181"/>
                  </a:lnTo>
                  <a:lnTo>
                    <a:pt x="3604323" y="398551"/>
                  </a:lnTo>
                  <a:lnTo>
                    <a:pt x="3759746" y="349161"/>
                  </a:lnTo>
                  <a:lnTo>
                    <a:pt x="3743325" y="393585"/>
                  </a:lnTo>
                  <a:lnTo>
                    <a:pt x="3724491" y="443776"/>
                  </a:lnTo>
                  <a:lnTo>
                    <a:pt x="3704844" y="494982"/>
                  </a:lnTo>
                  <a:lnTo>
                    <a:pt x="3662667" y="599554"/>
                  </a:lnTo>
                  <a:lnTo>
                    <a:pt x="3640328" y="651446"/>
                  </a:lnTo>
                  <a:lnTo>
                    <a:pt x="3617150" y="702424"/>
                  </a:lnTo>
                  <a:lnTo>
                    <a:pt x="3593185" y="751954"/>
                  </a:lnTo>
                  <a:lnTo>
                    <a:pt x="3568446" y="799465"/>
                  </a:lnTo>
                  <a:lnTo>
                    <a:pt x="3542995" y="844410"/>
                  </a:lnTo>
                  <a:lnTo>
                    <a:pt x="3516630" y="886637"/>
                  </a:lnTo>
                  <a:lnTo>
                    <a:pt x="3489287" y="926947"/>
                  </a:lnTo>
                  <a:lnTo>
                    <a:pt x="3462998" y="963612"/>
                  </a:lnTo>
                  <a:lnTo>
                    <a:pt x="3461423" y="965860"/>
                  </a:lnTo>
                  <a:lnTo>
                    <a:pt x="3402800" y="1041501"/>
                  </a:lnTo>
                  <a:lnTo>
                    <a:pt x="3340684" y="1114196"/>
                  </a:lnTo>
                  <a:lnTo>
                    <a:pt x="3274796" y="1184859"/>
                  </a:lnTo>
                  <a:lnTo>
                    <a:pt x="3204845" y="1254429"/>
                  </a:lnTo>
                  <a:lnTo>
                    <a:pt x="3130423" y="1323936"/>
                  </a:lnTo>
                  <a:lnTo>
                    <a:pt x="3091535" y="1358874"/>
                  </a:lnTo>
                  <a:lnTo>
                    <a:pt x="3051556" y="1394015"/>
                  </a:lnTo>
                  <a:lnTo>
                    <a:pt x="3010141" y="1429766"/>
                  </a:lnTo>
                  <a:lnTo>
                    <a:pt x="2967698" y="1465846"/>
                  </a:lnTo>
                  <a:lnTo>
                    <a:pt x="3008833" y="1514233"/>
                  </a:lnTo>
                  <a:lnTo>
                    <a:pt x="3051543" y="1477911"/>
                  </a:lnTo>
                  <a:lnTo>
                    <a:pt x="3093161" y="1441983"/>
                  </a:lnTo>
                  <a:lnTo>
                    <a:pt x="3133636" y="1406398"/>
                  </a:lnTo>
                  <a:lnTo>
                    <a:pt x="3173082" y="1370965"/>
                  </a:lnTo>
                  <a:lnTo>
                    <a:pt x="3248545" y="1300505"/>
                  </a:lnTo>
                  <a:lnTo>
                    <a:pt x="3319996" y="1229474"/>
                  </a:lnTo>
                  <a:lnTo>
                    <a:pt x="3387585" y="1157008"/>
                  </a:lnTo>
                  <a:lnTo>
                    <a:pt x="3451555" y="1082192"/>
                  </a:lnTo>
                  <a:lnTo>
                    <a:pt x="3511969" y="1004303"/>
                  </a:lnTo>
                  <a:lnTo>
                    <a:pt x="3541128" y="963612"/>
                  </a:lnTo>
                  <a:lnTo>
                    <a:pt x="3569512" y="921791"/>
                  </a:lnTo>
                  <a:lnTo>
                    <a:pt x="3597198" y="877493"/>
                  </a:lnTo>
                  <a:lnTo>
                    <a:pt x="3623957" y="830287"/>
                  </a:lnTo>
                  <a:lnTo>
                    <a:pt x="3649713" y="780884"/>
                  </a:lnTo>
                  <a:lnTo>
                    <a:pt x="3674465" y="729754"/>
                  </a:lnTo>
                  <a:lnTo>
                    <a:pt x="3698265" y="677443"/>
                  </a:lnTo>
                  <a:lnTo>
                    <a:pt x="3721125" y="624332"/>
                  </a:lnTo>
                  <a:lnTo>
                    <a:pt x="3763835" y="518490"/>
                  </a:lnTo>
                  <a:lnTo>
                    <a:pt x="3783812" y="466407"/>
                  </a:lnTo>
                  <a:lnTo>
                    <a:pt x="3802799" y="415823"/>
                  </a:lnTo>
                  <a:lnTo>
                    <a:pt x="3818826" y="372491"/>
                  </a:lnTo>
                  <a:lnTo>
                    <a:pt x="3900678" y="512495"/>
                  </a:lnTo>
                  <a:close/>
                </a:path>
                <a:path w="7122159" h="2284729">
                  <a:moveTo>
                    <a:pt x="7121817" y="2284184"/>
                  </a:moveTo>
                  <a:lnTo>
                    <a:pt x="7081063" y="2184489"/>
                  </a:lnTo>
                  <a:lnTo>
                    <a:pt x="6987502" y="1955596"/>
                  </a:lnTo>
                  <a:lnTo>
                    <a:pt x="6980275" y="2118271"/>
                  </a:lnTo>
                  <a:lnTo>
                    <a:pt x="6980263" y="2118499"/>
                  </a:lnTo>
                  <a:lnTo>
                    <a:pt x="6980136" y="2121357"/>
                  </a:lnTo>
                  <a:lnTo>
                    <a:pt x="6966852" y="2112556"/>
                  </a:lnTo>
                  <a:lnTo>
                    <a:pt x="6897586" y="2073325"/>
                  </a:lnTo>
                  <a:lnTo>
                    <a:pt x="6848615" y="2049462"/>
                  </a:lnTo>
                  <a:lnTo>
                    <a:pt x="6668821" y="1965236"/>
                  </a:lnTo>
                  <a:lnTo>
                    <a:pt x="6599377" y="1934210"/>
                  </a:lnTo>
                  <a:lnTo>
                    <a:pt x="6526530" y="1903463"/>
                  </a:lnTo>
                  <a:lnTo>
                    <a:pt x="6449860" y="1873072"/>
                  </a:lnTo>
                  <a:lnTo>
                    <a:pt x="6409766" y="1857971"/>
                  </a:lnTo>
                  <a:lnTo>
                    <a:pt x="6368593" y="1843011"/>
                  </a:lnTo>
                  <a:lnTo>
                    <a:pt x="6326175" y="1828152"/>
                  </a:lnTo>
                  <a:lnTo>
                    <a:pt x="6282461" y="1813407"/>
                  </a:lnTo>
                  <a:lnTo>
                    <a:pt x="6237389" y="1798777"/>
                  </a:lnTo>
                  <a:lnTo>
                    <a:pt x="6190894" y="1784273"/>
                  </a:lnTo>
                  <a:lnTo>
                    <a:pt x="6142901" y="1769910"/>
                  </a:lnTo>
                  <a:lnTo>
                    <a:pt x="6093511" y="1755724"/>
                  </a:lnTo>
                  <a:lnTo>
                    <a:pt x="6075985" y="1816760"/>
                  </a:lnTo>
                  <a:lnTo>
                    <a:pt x="6125184" y="1830895"/>
                  </a:lnTo>
                  <a:lnTo>
                    <a:pt x="6172505" y="1845056"/>
                  </a:lnTo>
                  <a:lnTo>
                    <a:pt x="6218313" y="1859343"/>
                  </a:lnTo>
                  <a:lnTo>
                    <a:pt x="6262687" y="1873745"/>
                  </a:lnTo>
                  <a:lnTo>
                    <a:pt x="6305689" y="1888261"/>
                  </a:lnTo>
                  <a:lnTo>
                    <a:pt x="6347409" y="1902879"/>
                  </a:lnTo>
                  <a:lnTo>
                    <a:pt x="6387897" y="1917598"/>
                  </a:lnTo>
                  <a:lnTo>
                    <a:pt x="6427203" y="1932406"/>
                  </a:lnTo>
                  <a:lnTo>
                    <a:pt x="6502794" y="1962365"/>
                  </a:lnTo>
                  <a:lnTo>
                    <a:pt x="6574358" y="1992591"/>
                  </a:lnTo>
                  <a:lnTo>
                    <a:pt x="6642341" y="2022957"/>
                  </a:lnTo>
                  <a:lnTo>
                    <a:pt x="6821640" y="2106955"/>
                  </a:lnTo>
                  <a:lnTo>
                    <a:pt x="6867728" y="2129383"/>
                  </a:lnTo>
                  <a:lnTo>
                    <a:pt x="6911276" y="2153056"/>
                  </a:lnTo>
                  <a:lnTo>
                    <a:pt x="6933616" y="2166721"/>
                  </a:lnTo>
                  <a:lnTo>
                    <a:pt x="6778358" y="2194483"/>
                  </a:lnTo>
                  <a:lnTo>
                    <a:pt x="7121817" y="2284184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8"/>
          <p:cNvSpPr txBox="1"/>
          <p:nvPr/>
        </p:nvSpPr>
        <p:spPr>
          <a:xfrm>
            <a:off x="8977099" y="2315179"/>
            <a:ext cx="168275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8K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16K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49"/>
          <p:cNvSpPr txBox="1"/>
          <p:nvPr/>
        </p:nvSpPr>
        <p:spPr>
          <a:xfrm>
            <a:off x="8977099" y="3098516"/>
            <a:ext cx="183515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128K Ext4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0"/>
          <p:cNvSpPr txBox="1"/>
          <p:nvPr/>
        </p:nvSpPr>
        <p:spPr>
          <a:xfrm>
            <a:off x="8977099" y="3866611"/>
            <a:ext cx="59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F2FS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1"/>
          <p:cNvSpPr txBox="1"/>
          <p:nvPr/>
        </p:nvSpPr>
        <p:spPr>
          <a:xfrm>
            <a:off x="8977099" y="4250659"/>
            <a:ext cx="615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Btrfs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2"/>
          <p:cNvSpPr txBox="1"/>
          <p:nvPr/>
        </p:nvSpPr>
        <p:spPr>
          <a:xfrm>
            <a:off x="2135996" y="1030955"/>
            <a:ext cx="7667625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FIO,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enwik9,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HiKey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960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A73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2362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MHz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183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EROFS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801621" y="6013851"/>
            <a:ext cx="7764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擦除文件系统的块大小更大，能够为顺序和随机访问带来更好的性能，但是解压缩之后的数据不会被再次使用，带来内存消耗的增加。</a:t>
            </a:r>
            <a:endParaRPr lang="zh-CN" altLang="en-US" sz="2000" b="1" dirty="0">
              <a:latin typeface="Tahoma" panose="020B0604030504040204"/>
              <a:cs typeface="Tahoma" panose="020B0604030504040204"/>
            </a:endParaRPr>
          </a:p>
          <a:p>
            <a:endParaRPr kumimoji="1" lang="zh-CN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object 3"/>
          <p:cNvGrpSpPr/>
          <p:nvPr/>
        </p:nvGrpSpPr>
        <p:grpSpPr>
          <a:xfrm>
            <a:off x="2148577" y="1990889"/>
            <a:ext cx="9070340" cy="3509645"/>
            <a:chOff x="2148577" y="1803400"/>
            <a:chExt cx="9070340" cy="3509645"/>
          </a:xfrm>
        </p:grpSpPr>
        <p:sp>
          <p:nvSpPr>
            <p:cNvPr id="87" name="object 4"/>
            <p:cNvSpPr/>
            <p:nvPr/>
          </p:nvSpPr>
          <p:spPr>
            <a:xfrm>
              <a:off x="2153339" y="2120900"/>
              <a:ext cx="9060815" cy="2540000"/>
            </a:xfrm>
            <a:custGeom>
              <a:avLst/>
              <a:gdLst/>
              <a:ahLst/>
              <a:cxnLst/>
              <a:rect l="l" t="t" r="r" b="b"/>
              <a:pathLst>
                <a:path w="9060815" h="2540000">
                  <a:moveTo>
                    <a:pt x="5453960" y="2540000"/>
                  </a:moveTo>
                  <a:lnTo>
                    <a:pt x="9060761" y="2540000"/>
                  </a:lnTo>
                </a:path>
                <a:path w="9060815" h="2540000">
                  <a:moveTo>
                    <a:pt x="2431360" y="2540000"/>
                  </a:moveTo>
                  <a:lnTo>
                    <a:pt x="2494860" y="2540000"/>
                  </a:lnTo>
                </a:path>
                <a:path w="9060815" h="2540000">
                  <a:moveTo>
                    <a:pt x="0" y="2540000"/>
                  </a:moveTo>
                  <a:lnTo>
                    <a:pt x="272360" y="2540000"/>
                  </a:lnTo>
                </a:path>
                <a:path w="9060815" h="2540000">
                  <a:moveTo>
                    <a:pt x="4818960" y="2540000"/>
                  </a:moveTo>
                  <a:lnTo>
                    <a:pt x="4882460" y="2540000"/>
                  </a:lnTo>
                </a:path>
                <a:path w="9060815" h="2540000">
                  <a:moveTo>
                    <a:pt x="4183960" y="2540000"/>
                  </a:moveTo>
                  <a:lnTo>
                    <a:pt x="4247460" y="2540000"/>
                  </a:lnTo>
                </a:path>
                <a:path w="9060815" h="2540000">
                  <a:moveTo>
                    <a:pt x="4501460" y="2540000"/>
                  </a:moveTo>
                  <a:lnTo>
                    <a:pt x="4564960" y="2540000"/>
                  </a:lnTo>
                </a:path>
                <a:path w="9060815" h="2540000">
                  <a:moveTo>
                    <a:pt x="5136460" y="2540000"/>
                  </a:moveTo>
                  <a:lnTo>
                    <a:pt x="5199960" y="2540000"/>
                  </a:lnTo>
                </a:path>
                <a:path w="9060815" h="2540000">
                  <a:moveTo>
                    <a:pt x="3548960" y="2540000"/>
                  </a:moveTo>
                  <a:lnTo>
                    <a:pt x="3929960" y="2540000"/>
                  </a:lnTo>
                </a:path>
                <a:path w="9060815" h="2540000">
                  <a:moveTo>
                    <a:pt x="1796360" y="2540000"/>
                  </a:moveTo>
                  <a:lnTo>
                    <a:pt x="1859860" y="2540000"/>
                  </a:lnTo>
                </a:path>
                <a:path w="9060815" h="2540000">
                  <a:moveTo>
                    <a:pt x="1478860" y="2540000"/>
                  </a:moveTo>
                  <a:lnTo>
                    <a:pt x="1542360" y="2540000"/>
                  </a:lnTo>
                </a:path>
                <a:path w="9060815" h="2540000">
                  <a:moveTo>
                    <a:pt x="2113860" y="2540000"/>
                  </a:moveTo>
                  <a:lnTo>
                    <a:pt x="2177360" y="2540000"/>
                  </a:lnTo>
                </a:path>
                <a:path w="9060815" h="2540000">
                  <a:moveTo>
                    <a:pt x="2748860" y="2540000"/>
                  </a:moveTo>
                  <a:lnTo>
                    <a:pt x="3294960" y="2540000"/>
                  </a:lnTo>
                </a:path>
                <a:path w="9060815" h="2540000">
                  <a:moveTo>
                    <a:pt x="1161360" y="2540000"/>
                  </a:moveTo>
                  <a:lnTo>
                    <a:pt x="1224860" y="2540000"/>
                  </a:lnTo>
                </a:path>
                <a:path w="9060815" h="2540000">
                  <a:moveTo>
                    <a:pt x="526360" y="2540000"/>
                  </a:moveTo>
                  <a:lnTo>
                    <a:pt x="907360" y="2540000"/>
                  </a:lnTo>
                </a:path>
                <a:path w="9060815" h="2540000">
                  <a:moveTo>
                    <a:pt x="2748860" y="1905000"/>
                  </a:moveTo>
                  <a:lnTo>
                    <a:pt x="4564960" y="1905000"/>
                  </a:lnTo>
                </a:path>
                <a:path w="9060815" h="2540000">
                  <a:moveTo>
                    <a:pt x="4818960" y="1905000"/>
                  </a:moveTo>
                  <a:lnTo>
                    <a:pt x="9060761" y="1905000"/>
                  </a:lnTo>
                </a:path>
                <a:path w="9060815" h="2540000">
                  <a:moveTo>
                    <a:pt x="1796360" y="1905000"/>
                  </a:moveTo>
                  <a:lnTo>
                    <a:pt x="1859860" y="1905000"/>
                  </a:lnTo>
                </a:path>
                <a:path w="9060815" h="2540000">
                  <a:moveTo>
                    <a:pt x="0" y="1905000"/>
                  </a:moveTo>
                  <a:lnTo>
                    <a:pt x="272360" y="1905000"/>
                  </a:lnTo>
                </a:path>
                <a:path w="9060815" h="2540000">
                  <a:moveTo>
                    <a:pt x="2113860" y="1905000"/>
                  </a:moveTo>
                  <a:lnTo>
                    <a:pt x="2177360" y="1905000"/>
                  </a:lnTo>
                </a:path>
                <a:path w="9060815" h="2540000">
                  <a:moveTo>
                    <a:pt x="526360" y="1905000"/>
                  </a:moveTo>
                  <a:lnTo>
                    <a:pt x="1542360" y="1905000"/>
                  </a:lnTo>
                </a:path>
                <a:path w="9060815" h="2540000">
                  <a:moveTo>
                    <a:pt x="2431360" y="1905000"/>
                  </a:moveTo>
                  <a:lnTo>
                    <a:pt x="2494860" y="1905000"/>
                  </a:lnTo>
                </a:path>
                <a:path w="9060815" h="2540000">
                  <a:moveTo>
                    <a:pt x="1796360" y="1270000"/>
                  </a:moveTo>
                  <a:lnTo>
                    <a:pt x="1859860" y="1270000"/>
                  </a:lnTo>
                </a:path>
                <a:path w="9060815" h="2540000">
                  <a:moveTo>
                    <a:pt x="526360" y="1270000"/>
                  </a:moveTo>
                  <a:lnTo>
                    <a:pt x="1542360" y="1270000"/>
                  </a:lnTo>
                </a:path>
                <a:path w="9060815" h="2540000">
                  <a:moveTo>
                    <a:pt x="2431360" y="1270000"/>
                  </a:moveTo>
                  <a:lnTo>
                    <a:pt x="4564960" y="1270000"/>
                  </a:lnTo>
                </a:path>
                <a:path w="9060815" h="2540000">
                  <a:moveTo>
                    <a:pt x="4818960" y="1270000"/>
                  </a:moveTo>
                  <a:lnTo>
                    <a:pt x="9060761" y="1270000"/>
                  </a:lnTo>
                </a:path>
                <a:path w="9060815" h="2540000">
                  <a:moveTo>
                    <a:pt x="0" y="1270000"/>
                  </a:moveTo>
                  <a:lnTo>
                    <a:pt x="272360" y="1270000"/>
                  </a:lnTo>
                </a:path>
                <a:path w="9060815" h="2540000">
                  <a:moveTo>
                    <a:pt x="2113860" y="1270000"/>
                  </a:moveTo>
                  <a:lnTo>
                    <a:pt x="2177360" y="1270000"/>
                  </a:lnTo>
                </a:path>
                <a:path w="9060815" h="2540000">
                  <a:moveTo>
                    <a:pt x="6757512" y="635000"/>
                  </a:moveTo>
                  <a:lnTo>
                    <a:pt x="9060761" y="635000"/>
                  </a:lnTo>
                </a:path>
                <a:path w="9060815" h="2540000">
                  <a:moveTo>
                    <a:pt x="2431360" y="635000"/>
                  </a:moveTo>
                  <a:lnTo>
                    <a:pt x="6590090" y="635000"/>
                  </a:lnTo>
                </a:path>
                <a:path w="9060815" h="2540000">
                  <a:moveTo>
                    <a:pt x="2113860" y="635000"/>
                  </a:moveTo>
                  <a:lnTo>
                    <a:pt x="2177360" y="635000"/>
                  </a:lnTo>
                </a:path>
                <a:path w="9060815" h="2540000">
                  <a:moveTo>
                    <a:pt x="0" y="635000"/>
                  </a:moveTo>
                  <a:lnTo>
                    <a:pt x="272360" y="635000"/>
                  </a:lnTo>
                </a:path>
                <a:path w="9060815" h="2540000">
                  <a:moveTo>
                    <a:pt x="526360" y="635000"/>
                  </a:moveTo>
                  <a:lnTo>
                    <a:pt x="1859860" y="635000"/>
                  </a:lnTo>
                </a:path>
                <a:path w="9060815" h="2540000">
                  <a:moveTo>
                    <a:pt x="0" y="0"/>
                  </a:moveTo>
                  <a:lnTo>
                    <a:pt x="272360" y="0"/>
                  </a:lnTo>
                </a:path>
                <a:path w="9060815" h="2540000">
                  <a:moveTo>
                    <a:pt x="526360" y="0"/>
                  </a:moveTo>
                  <a:lnTo>
                    <a:pt x="906076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5"/>
            <p:cNvSpPr/>
            <p:nvPr/>
          </p:nvSpPr>
          <p:spPr>
            <a:xfrm>
              <a:off x="2425700" y="1830577"/>
              <a:ext cx="6286500" cy="3469640"/>
            </a:xfrm>
            <a:custGeom>
              <a:avLst/>
              <a:gdLst/>
              <a:ahLst/>
              <a:cxnLst/>
              <a:rect l="l" t="t" r="r" b="b"/>
              <a:pathLst>
                <a:path w="6286500" h="3469640">
                  <a:moveTo>
                    <a:pt x="254000" y="0"/>
                  </a:moveTo>
                  <a:lnTo>
                    <a:pt x="0" y="0"/>
                  </a:lnTo>
                  <a:lnTo>
                    <a:pt x="0" y="3469360"/>
                  </a:lnTo>
                  <a:lnTo>
                    <a:pt x="254000" y="3469360"/>
                  </a:lnTo>
                  <a:lnTo>
                    <a:pt x="254000" y="0"/>
                  </a:lnTo>
                  <a:close/>
                </a:path>
                <a:path w="6286500" h="3469640">
                  <a:moveTo>
                    <a:pt x="3276600" y="2550820"/>
                  </a:moveTo>
                  <a:lnTo>
                    <a:pt x="3022600" y="2550820"/>
                  </a:lnTo>
                  <a:lnTo>
                    <a:pt x="3022600" y="3469360"/>
                  </a:lnTo>
                  <a:lnTo>
                    <a:pt x="3276600" y="3469360"/>
                  </a:lnTo>
                  <a:lnTo>
                    <a:pt x="3276600" y="2550820"/>
                  </a:lnTo>
                  <a:close/>
                </a:path>
                <a:path w="6286500" h="3469640">
                  <a:moveTo>
                    <a:pt x="6286500" y="3105467"/>
                  </a:moveTo>
                  <a:lnTo>
                    <a:pt x="6045200" y="3105467"/>
                  </a:lnTo>
                  <a:lnTo>
                    <a:pt x="6045200" y="3469360"/>
                  </a:lnTo>
                  <a:lnTo>
                    <a:pt x="6286500" y="3469360"/>
                  </a:lnTo>
                  <a:lnTo>
                    <a:pt x="6286500" y="3105467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6"/>
            <p:cNvSpPr/>
            <p:nvPr/>
          </p:nvSpPr>
          <p:spPr>
            <a:xfrm>
              <a:off x="2425700" y="1816100"/>
              <a:ext cx="6286500" cy="3484245"/>
            </a:xfrm>
            <a:custGeom>
              <a:avLst/>
              <a:gdLst/>
              <a:ahLst/>
              <a:cxnLst/>
              <a:rect l="l" t="t" r="r" b="b"/>
              <a:pathLst>
                <a:path w="6286500" h="3484245">
                  <a:moveTo>
                    <a:pt x="0" y="0"/>
                  </a:moveTo>
                  <a:lnTo>
                    <a:pt x="254000" y="0"/>
                  </a:lnTo>
                  <a:lnTo>
                    <a:pt x="254000" y="3483833"/>
                  </a:lnTo>
                  <a:lnTo>
                    <a:pt x="0" y="3483833"/>
                  </a:lnTo>
                  <a:lnTo>
                    <a:pt x="0" y="0"/>
                  </a:lnTo>
                  <a:close/>
                </a:path>
                <a:path w="6286500" h="3484245">
                  <a:moveTo>
                    <a:pt x="3022600" y="2552700"/>
                  </a:moveTo>
                  <a:lnTo>
                    <a:pt x="3276600" y="2552700"/>
                  </a:lnTo>
                  <a:lnTo>
                    <a:pt x="3276600" y="3483833"/>
                  </a:lnTo>
                  <a:lnTo>
                    <a:pt x="3022600" y="3483833"/>
                  </a:lnTo>
                  <a:lnTo>
                    <a:pt x="3022600" y="2552700"/>
                  </a:lnTo>
                  <a:close/>
                </a:path>
                <a:path w="6286500" h="3484245">
                  <a:moveTo>
                    <a:pt x="6045200" y="3098800"/>
                  </a:moveTo>
                  <a:lnTo>
                    <a:pt x="6286500" y="3098800"/>
                  </a:lnTo>
                  <a:lnTo>
                    <a:pt x="6286500" y="3483833"/>
                  </a:lnTo>
                  <a:lnTo>
                    <a:pt x="6045200" y="3483833"/>
                  </a:lnTo>
                  <a:lnTo>
                    <a:pt x="6045200" y="3098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7"/>
            <p:cNvSpPr/>
            <p:nvPr/>
          </p:nvSpPr>
          <p:spPr>
            <a:xfrm>
              <a:off x="2743200" y="4673599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254000" y="0"/>
                  </a:moveTo>
                  <a:lnTo>
                    <a:pt x="0" y="0"/>
                  </a:lnTo>
                  <a:lnTo>
                    <a:pt x="0" y="626338"/>
                  </a:lnTo>
                  <a:lnTo>
                    <a:pt x="254000" y="626338"/>
                  </a:lnTo>
                  <a:lnTo>
                    <a:pt x="254000" y="0"/>
                  </a:lnTo>
                  <a:close/>
                </a:path>
                <a:path w="6286500" h="626745">
                  <a:moveTo>
                    <a:pt x="3276600" y="50800"/>
                  </a:moveTo>
                  <a:lnTo>
                    <a:pt x="3022600" y="50800"/>
                  </a:lnTo>
                  <a:lnTo>
                    <a:pt x="3022600" y="626338"/>
                  </a:lnTo>
                  <a:lnTo>
                    <a:pt x="3276600" y="626338"/>
                  </a:lnTo>
                  <a:lnTo>
                    <a:pt x="3276600" y="50800"/>
                  </a:lnTo>
                  <a:close/>
                </a:path>
                <a:path w="6286500" h="626745">
                  <a:moveTo>
                    <a:pt x="6286500" y="262445"/>
                  </a:moveTo>
                  <a:lnTo>
                    <a:pt x="6045200" y="262445"/>
                  </a:lnTo>
                  <a:lnTo>
                    <a:pt x="6045200" y="626338"/>
                  </a:lnTo>
                  <a:lnTo>
                    <a:pt x="6286500" y="626338"/>
                  </a:lnTo>
                  <a:lnTo>
                    <a:pt x="6286500" y="262445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8"/>
            <p:cNvSpPr/>
            <p:nvPr/>
          </p:nvSpPr>
          <p:spPr>
            <a:xfrm>
              <a:off x="2743200" y="4673600"/>
              <a:ext cx="6286500" cy="626745"/>
            </a:xfrm>
            <a:custGeom>
              <a:avLst/>
              <a:gdLst/>
              <a:ahLst/>
              <a:cxnLst/>
              <a:rect l="l" t="t" r="r" b="b"/>
              <a:pathLst>
                <a:path w="6286500" h="626745">
                  <a:moveTo>
                    <a:pt x="0" y="0"/>
                  </a:moveTo>
                  <a:lnTo>
                    <a:pt x="254000" y="0"/>
                  </a:lnTo>
                  <a:lnTo>
                    <a:pt x="254000" y="626333"/>
                  </a:lnTo>
                  <a:lnTo>
                    <a:pt x="0" y="626333"/>
                  </a:lnTo>
                  <a:lnTo>
                    <a:pt x="0" y="0"/>
                  </a:lnTo>
                  <a:close/>
                </a:path>
                <a:path w="6286500" h="626745">
                  <a:moveTo>
                    <a:pt x="3022600" y="50800"/>
                  </a:moveTo>
                  <a:lnTo>
                    <a:pt x="3276600" y="50800"/>
                  </a:lnTo>
                  <a:lnTo>
                    <a:pt x="3276600" y="626333"/>
                  </a:lnTo>
                  <a:lnTo>
                    <a:pt x="3022600" y="626333"/>
                  </a:lnTo>
                  <a:lnTo>
                    <a:pt x="3022600" y="50800"/>
                  </a:lnTo>
                  <a:close/>
                </a:path>
                <a:path w="6286500" h="626745">
                  <a:moveTo>
                    <a:pt x="6045200" y="254000"/>
                  </a:moveTo>
                  <a:lnTo>
                    <a:pt x="6286500" y="254000"/>
                  </a:lnTo>
                  <a:lnTo>
                    <a:pt x="6286500" y="626333"/>
                  </a:lnTo>
                  <a:lnTo>
                    <a:pt x="6045200" y="626333"/>
                  </a:lnTo>
                  <a:lnTo>
                    <a:pt x="6045200" y="254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"/>
            <p:cNvSpPr/>
            <p:nvPr/>
          </p:nvSpPr>
          <p:spPr>
            <a:xfrm>
              <a:off x="3060700" y="4533899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254000" y="12700"/>
                  </a:moveTo>
                  <a:lnTo>
                    <a:pt x="0" y="12700"/>
                  </a:lnTo>
                  <a:lnTo>
                    <a:pt x="0" y="766038"/>
                  </a:lnTo>
                  <a:lnTo>
                    <a:pt x="254000" y="766038"/>
                  </a:lnTo>
                  <a:lnTo>
                    <a:pt x="254000" y="12700"/>
                  </a:lnTo>
                  <a:close/>
                </a:path>
                <a:path w="6286500" h="766445">
                  <a:moveTo>
                    <a:pt x="3276600" y="0"/>
                  </a:moveTo>
                  <a:lnTo>
                    <a:pt x="3022600" y="0"/>
                  </a:lnTo>
                  <a:lnTo>
                    <a:pt x="3022600" y="766038"/>
                  </a:lnTo>
                  <a:lnTo>
                    <a:pt x="3276600" y="766038"/>
                  </a:lnTo>
                  <a:lnTo>
                    <a:pt x="3276600" y="0"/>
                  </a:lnTo>
                  <a:close/>
                </a:path>
                <a:path w="6286500" h="766445">
                  <a:moveTo>
                    <a:pt x="6286500" y="444500"/>
                  </a:moveTo>
                  <a:lnTo>
                    <a:pt x="6045200" y="444500"/>
                  </a:lnTo>
                  <a:lnTo>
                    <a:pt x="6045200" y="766038"/>
                  </a:lnTo>
                  <a:lnTo>
                    <a:pt x="6286500" y="766038"/>
                  </a:lnTo>
                  <a:lnTo>
                    <a:pt x="6286500" y="44450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10"/>
            <p:cNvSpPr/>
            <p:nvPr/>
          </p:nvSpPr>
          <p:spPr>
            <a:xfrm>
              <a:off x="3060700" y="4533900"/>
              <a:ext cx="6286500" cy="766445"/>
            </a:xfrm>
            <a:custGeom>
              <a:avLst/>
              <a:gdLst/>
              <a:ahLst/>
              <a:cxnLst/>
              <a:rect l="l" t="t" r="r" b="b"/>
              <a:pathLst>
                <a:path w="6286500" h="766445">
                  <a:moveTo>
                    <a:pt x="0" y="12700"/>
                  </a:moveTo>
                  <a:lnTo>
                    <a:pt x="254000" y="12700"/>
                  </a:lnTo>
                  <a:lnTo>
                    <a:pt x="254000" y="766033"/>
                  </a:lnTo>
                  <a:lnTo>
                    <a:pt x="0" y="766033"/>
                  </a:lnTo>
                  <a:lnTo>
                    <a:pt x="0" y="12700"/>
                  </a:lnTo>
                  <a:close/>
                </a:path>
                <a:path w="6286500" h="766445">
                  <a:moveTo>
                    <a:pt x="3022600" y="0"/>
                  </a:moveTo>
                  <a:lnTo>
                    <a:pt x="3276600" y="0"/>
                  </a:lnTo>
                  <a:lnTo>
                    <a:pt x="3276600" y="766033"/>
                  </a:lnTo>
                  <a:lnTo>
                    <a:pt x="3022600" y="766033"/>
                  </a:lnTo>
                  <a:lnTo>
                    <a:pt x="3022600" y="0"/>
                  </a:lnTo>
                  <a:close/>
                </a:path>
                <a:path w="6286500" h="766445">
                  <a:moveTo>
                    <a:pt x="6045200" y="444500"/>
                  </a:moveTo>
                  <a:lnTo>
                    <a:pt x="6286500" y="444500"/>
                  </a:lnTo>
                  <a:lnTo>
                    <a:pt x="6286500" y="766033"/>
                  </a:lnTo>
                  <a:lnTo>
                    <a:pt x="6045200" y="766033"/>
                  </a:lnTo>
                  <a:lnTo>
                    <a:pt x="6045200" y="444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11"/>
            <p:cNvSpPr/>
            <p:nvPr/>
          </p:nvSpPr>
          <p:spPr>
            <a:xfrm>
              <a:off x="3378200" y="4254499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254000" y="0"/>
                  </a:moveTo>
                  <a:lnTo>
                    <a:pt x="0" y="0"/>
                  </a:lnTo>
                  <a:lnTo>
                    <a:pt x="0" y="1045438"/>
                  </a:lnTo>
                  <a:lnTo>
                    <a:pt x="254000" y="1045438"/>
                  </a:lnTo>
                  <a:lnTo>
                    <a:pt x="254000" y="0"/>
                  </a:lnTo>
                  <a:close/>
                </a:path>
                <a:path w="6286500" h="1045845">
                  <a:moveTo>
                    <a:pt x="3276600" y="126898"/>
                  </a:moveTo>
                  <a:lnTo>
                    <a:pt x="3022600" y="126898"/>
                  </a:lnTo>
                  <a:lnTo>
                    <a:pt x="3022600" y="1045438"/>
                  </a:lnTo>
                  <a:lnTo>
                    <a:pt x="3276600" y="1045438"/>
                  </a:lnTo>
                  <a:lnTo>
                    <a:pt x="3276600" y="126898"/>
                  </a:lnTo>
                  <a:close/>
                </a:path>
                <a:path w="6286500" h="1045845">
                  <a:moveTo>
                    <a:pt x="6286500" y="812800"/>
                  </a:moveTo>
                  <a:lnTo>
                    <a:pt x="6045200" y="812800"/>
                  </a:lnTo>
                  <a:lnTo>
                    <a:pt x="6045200" y="1045438"/>
                  </a:lnTo>
                  <a:lnTo>
                    <a:pt x="6286500" y="1045438"/>
                  </a:lnTo>
                  <a:lnTo>
                    <a:pt x="6286500" y="81280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12"/>
            <p:cNvSpPr/>
            <p:nvPr/>
          </p:nvSpPr>
          <p:spPr>
            <a:xfrm>
              <a:off x="3378200" y="4254500"/>
              <a:ext cx="6286500" cy="1045844"/>
            </a:xfrm>
            <a:custGeom>
              <a:avLst/>
              <a:gdLst/>
              <a:ahLst/>
              <a:cxnLst/>
              <a:rect l="l" t="t" r="r" b="b"/>
              <a:pathLst>
                <a:path w="6286500" h="1045845">
                  <a:moveTo>
                    <a:pt x="0" y="0"/>
                  </a:moveTo>
                  <a:lnTo>
                    <a:pt x="254000" y="0"/>
                  </a:lnTo>
                  <a:lnTo>
                    <a:pt x="254000" y="1045433"/>
                  </a:lnTo>
                  <a:lnTo>
                    <a:pt x="0" y="1045433"/>
                  </a:lnTo>
                  <a:lnTo>
                    <a:pt x="0" y="0"/>
                  </a:lnTo>
                  <a:close/>
                </a:path>
                <a:path w="6286500" h="1045845">
                  <a:moveTo>
                    <a:pt x="3022600" y="76200"/>
                  </a:moveTo>
                  <a:lnTo>
                    <a:pt x="3276600" y="76200"/>
                  </a:lnTo>
                  <a:lnTo>
                    <a:pt x="3276600" y="1045433"/>
                  </a:lnTo>
                  <a:lnTo>
                    <a:pt x="3022600" y="1045433"/>
                  </a:lnTo>
                  <a:lnTo>
                    <a:pt x="3022600" y="76200"/>
                  </a:lnTo>
                  <a:close/>
                </a:path>
                <a:path w="6286500" h="1045845">
                  <a:moveTo>
                    <a:pt x="6045200" y="812800"/>
                  </a:moveTo>
                  <a:lnTo>
                    <a:pt x="6286500" y="812800"/>
                  </a:lnTo>
                  <a:lnTo>
                    <a:pt x="6286500" y="1045433"/>
                  </a:lnTo>
                  <a:lnTo>
                    <a:pt x="6045200" y="1045433"/>
                  </a:lnTo>
                  <a:lnTo>
                    <a:pt x="6045200" y="812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13"/>
            <p:cNvSpPr/>
            <p:nvPr/>
          </p:nvSpPr>
          <p:spPr>
            <a:xfrm>
              <a:off x="3695700" y="3200399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254000" y="0"/>
                  </a:moveTo>
                  <a:lnTo>
                    <a:pt x="0" y="0"/>
                  </a:lnTo>
                  <a:lnTo>
                    <a:pt x="0" y="2099538"/>
                  </a:lnTo>
                  <a:lnTo>
                    <a:pt x="254000" y="2099538"/>
                  </a:lnTo>
                  <a:lnTo>
                    <a:pt x="254000" y="0"/>
                  </a:lnTo>
                  <a:close/>
                </a:path>
                <a:path w="6286500" h="2099945">
                  <a:moveTo>
                    <a:pt x="3276600" y="1180998"/>
                  </a:moveTo>
                  <a:lnTo>
                    <a:pt x="3022600" y="1180998"/>
                  </a:lnTo>
                  <a:lnTo>
                    <a:pt x="3022600" y="2099538"/>
                  </a:lnTo>
                  <a:lnTo>
                    <a:pt x="3276600" y="2099538"/>
                  </a:lnTo>
                  <a:lnTo>
                    <a:pt x="3276600" y="1180998"/>
                  </a:lnTo>
                  <a:close/>
                </a:path>
                <a:path w="6286500" h="2099945">
                  <a:moveTo>
                    <a:pt x="3276600" y="165100"/>
                  </a:moveTo>
                  <a:lnTo>
                    <a:pt x="3022600" y="165100"/>
                  </a:lnTo>
                  <a:lnTo>
                    <a:pt x="3022600" y="1117498"/>
                  </a:lnTo>
                  <a:lnTo>
                    <a:pt x="3276600" y="1117498"/>
                  </a:lnTo>
                  <a:lnTo>
                    <a:pt x="3276600" y="165100"/>
                  </a:lnTo>
                  <a:close/>
                </a:path>
                <a:path w="6286500" h="2099945">
                  <a:moveTo>
                    <a:pt x="6286500" y="2019300"/>
                  </a:moveTo>
                  <a:lnTo>
                    <a:pt x="6045200" y="2019300"/>
                  </a:lnTo>
                  <a:lnTo>
                    <a:pt x="6045200" y="2099538"/>
                  </a:lnTo>
                  <a:lnTo>
                    <a:pt x="6286500" y="2099538"/>
                  </a:lnTo>
                  <a:lnTo>
                    <a:pt x="6286500" y="201930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14"/>
            <p:cNvSpPr/>
            <p:nvPr/>
          </p:nvSpPr>
          <p:spPr>
            <a:xfrm>
              <a:off x="3695700" y="3200400"/>
              <a:ext cx="6286500" cy="2099945"/>
            </a:xfrm>
            <a:custGeom>
              <a:avLst/>
              <a:gdLst/>
              <a:ahLst/>
              <a:cxnLst/>
              <a:rect l="l" t="t" r="r" b="b"/>
              <a:pathLst>
                <a:path w="6286500" h="2099945">
                  <a:moveTo>
                    <a:pt x="0" y="0"/>
                  </a:moveTo>
                  <a:lnTo>
                    <a:pt x="254000" y="0"/>
                  </a:lnTo>
                  <a:lnTo>
                    <a:pt x="254000" y="2099533"/>
                  </a:lnTo>
                  <a:lnTo>
                    <a:pt x="0" y="2099533"/>
                  </a:lnTo>
                  <a:lnTo>
                    <a:pt x="0" y="0"/>
                  </a:lnTo>
                  <a:close/>
                </a:path>
                <a:path w="6286500" h="2099945">
                  <a:moveTo>
                    <a:pt x="3022600" y="165100"/>
                  </a:moveTo>
                  <a:lnTo>
                    <a:pt x="3276600" y="165100"/>
                  </a:lnTo>
                  <a:lnTo>
                    <a:pt x="3276600" y="2099533"/>
                  </a:lnTo>
                  <a:lnTo>
                    <a:pt x="3022600" y="2099533"/>
                  </a:lnTo>
                  <a:lnTo>
                    <a:pt x="3022600" y="165100"/>
                  </a:lnTo>
                  <a:close/>
                </a:path>
                <a:path w="6286500" h="2099945">
                  <a:moveTo>
                    <a:pt x="6045200" y="2019300"/>
                  </a:moveTo>
                  <a:lnTo>
                    <a:pt x="6286500" y="2019300"/>
                  </a:lnTo>
                  <a:lnTo>
                    <a:pt x="6286500" y="2099533"/>
                  </a:lnTo>
                  <a:lnTo>
                    <a:pt x="6045200" y="2099533"/>
                  </a:lnTo>
                  <a:lnTo>
                    <a:pt x="6045200" y="2019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15"/>
            <p:cNvSpPr/>
            <p:nvPr/>
          </p:nvSpPr>
          <p:spPr>
            <a:xfrm>
              <a:off x="4013200" y="2298699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254000" y="0"/>
                  </a:moveTo>
                  <a:lnTo>
                    <a:pt x="0" y="0"/>
                  </a:lnTo>
                  <a:lnTo>
                    <a:pt x="0" y="3001238"/>
                  </a:lnTo>
                  <a:lnTo>
                    <a:pt x="254000" y="3001238"/>
                  </a:lnTo>
                  <a:lnTo>
                    <a:pt x="254000" y="0"/>
                  </a:lnTo>
                  <a:close/>
                </a:path>
                <a:path w="6286500" h="3001645">
                  <a:moveTo>
                    <a:pt x="3276600" y="2184400"/>
                  </a:moveTo>
                  <a:lnTo>
                    <a:pt x="3022600" y="2184400"/>
                  </a:lnTo>
                  <a:lnTo>
                    <a:pt x="3022600" y="3001238"/>
                  </a:lnTo>
                  <a:lnTo>
                    <a:pt x="3276600" y="3001238"/>
                  </a:lnTo>
                  <a:lnTo>
                    <a:pt x="3276600" y="2184400"/>
                  </a:lnTo>
                  <a:close/>
                </a:path>
                <a:path w="6286500" h="3001645">
                  <a:moveTo>
                    <a:pt x="6286500" y="2637345"/>
                  </a:moveTo>
                  <a:lnTo>
                    <a:pt x="6045200" y="2637345"/>
                  </a:lnTo>
                  <a:lnTo>
                    <a:pt x="6045200" y="3001238"/>
                  </a:lnTo>
                  <a:lnTo>
                    <a:pt x="6286500" y="3001238"/>
                  </a:lnTo>
                  <a:lnTo>
                    <a:pt x="6286500" y="2637345"/>
                  </a:lnTo>
                  <a:close/>
                </a:path>
                <a:path w="6286500" h="3001645">
                  <a:moveTo>
                    <a:pt x="6286500" y="2527300"/>
                  </a:moveTo>
                  <a:lnTo>
                    <a:pt x="6045200" y="2527300"/>
                  </a:lnTo>
                  <a:lnTo>
                    <a:pt x="6045200" y="2573832"/>
                  </a:lnTo>
                  <a:lnTo>
                    <a:pt x="6286500" y="2573832"/>
                  </a:lnTo>
                  <a:lnTo>
                    <a:pt x="6286500" y="252730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16"/>
            <p:cNvSpPr/>
            <p:nvPr/>
          </p:nvSpPr>
          <p:spPr>
            <a:xfrm>
              <a:off x="4013200" y="2298700"/>
              <a:ext cx="6286500" cy="3001645"/>
            </a:xfrm>
            <a:custGeom>
              <a:avLst/>
              <a:gdLst/>
              <a:ahLst/>
              <a:cxnLst/>
              <a:rect l="l" t="t" r="r" b="b"/>
              <a:pathLst>
                <a:path w="6286500" h="3001645">
                  <a:moveTo>
                    <a:pt x="0" y="0"/>
                  </a:moveTo>
                  <a:lnTo>
                    <a:pt x="254000" y="0"/>
                  </a:lnTo>
                  <a:lnTo>
                    <a:pt x="254000" y="3001233"/>
                  </a:lnTo>
                  <a:lnTo>
                    <a:pt x="0" y="3001233"/>
                  </a:lnTo>
                  <a:lnTo>
                    <a:pt x="0" y="0"/>
                  </a:lnTo>
                  <a:close/>
                </a:path>
                <a:path w="6286500" h="3001645">
                  <a:moveTo>
                    <a:pt x="3022600" y="2184400"/>
                  </a:moveTo>
                  <a:lnTo>
                    <a:pt x="3276600" y="2184400"/>
                  </a:lnTo>
                  <a:lnTo>
                    <a:pt x="3276600" y="3001233"/>
                  </a:lnTo>
                  <a:lnTo>
                    <a:pt x="3022600" y="3001233"/>
                  </a:lnTo>
                  <a:lnTo>
                    <a:pt x="3022600" y="2184400"/>
                  </a:lnTo>
                  <a:close/>
                </a:path>
                <a:path w="6286500" h="3001645">
                  <a:moveTo>
                    <a:pt x="6045200" y="2527300"/>
                  </a:moveTo>
                  <a:lnTo>
                    <a:pt x="6286500" y="2527300"/>
                  </a:lnTo>
                  <a:lnTo>
                    <a:pt x="6286500" y="3001233"/>
                  </a:lnTo>
                  <a:lnTo>
                    <a:pt x="6045200" y="3001233"/>
                  </a:lnTo>
                  <a:lnTo>
                    <a:pt x="6045200" y="25273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7"/>
            <p:cNvSpPr/>
            <p:nvPr/>
          </p:nvSpPr>
          <p:spPr>
            <a:xfrm>
              <a:off x="4330700" y="2412999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254000" y="0"/>
                  </a:moveTo>
                  <a:lnTo>
                    <a:pt x="0" y="0"/>
                  </a:lnTo>
                  <a:lnTo>
                    <a:pt x="0" y="2886938"/>
                  </a:lnTo>
                  <a:lnTo>
                    <a:pt x="254000" y="2886938"/>
                  </a:lnTo>
                  <a:lnTo>
                    <a:pt x="254000" y="0"/>
                  </a:lnTo>
                  <a:close/>
                </a:path>
                <a:path w="6286500" h="2887345">
                  <a:moveTo>
                    <a:pt x="3276600" y="2070100"/>
                  </a:moveTo>
                  <a:lnTo>
                    <a:pt x="3022600" y="2070100"/>
                  </a:lnTo>
                  <a:lnTo>
                    <a:pt x="3022600" y="2886938"/>
                  </a:lnTo>
                  <a:lnTo>
                    <a:pt x="3276600" y="2886938"/>
                  </a:lnTo>
                  <a:lnTo>
                    <a:pt x="3276600" y="2070100"/>
                  </a:lnTo>
                  <a:close/>
                </a:path>
                <a:path w="6286500" h="2887345">
                  <a:moveTo>
                    <a:pt x="6286500" y="2523045"/>
                  </a:moveTo>
                  <a:lnTo>
                    <a:pt x="6045200" y="2523045"/>
                  </a:lnTo>
                  <a:lnTo>
                    <a:pt x="6045200" y="2886938"/>
                  </a:lnTo>
                  <a:lnTo>
                    <a:pt x="6286500" y="2886938"/>
                  </a:lnTo>
                  <a:lnTo>
                    <a:pt x="6286500" y="2523045"/>
                  </a:lnTo>
                  <a:close/>
                </a:path>
                <a:path w="6286500" h="2887345">
                  <a:moveTo>
                    <a:pt x="6286500" y="2425700"/>
                  </a:moveTo>
                  <a:lnTo>
                    <a:pt x="6045200" y="2425700"/>
                  </a:lnTo>
                  <a:lnTo>
                    <a:pt x="6045200" y="2459532"/>
                  </a:lnTo>
                  <a:lnTo>
                    <a:pt x="6286500" y="2459532"/>
                  </a:lnTo>
                  <a:lnTo>
                    <a:pt x="6286500" y="242570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8"/>
            <p:cNvSpPr/>
            <p:nvPr/>
          </p:nvSpPr>
          <p:spPr>
            <a:xfrm>
              <a:off x="4330700" y="2413000"/>
              <a:ext cx="6286500" cy="2887345"/>
            </a:xfrm>
            <a:custGeom>
              <a:avLst/>
              <a:gdLst/>
              <a:ahLst/>
              <a:cxnLst/>
              <a:rect l="l" t="t" r="r" b="b"/>
              <a:pathLst>
                <a:path w="6286500" h="2887345">
                  <a:moveTo>
                    <a:pt x="0" y="0"/>
                  </a:moveTo>
                  <a:lnTo>
                    <a:pt x="254000" y="0"/>
                  </a:lnTo>
                  <a:lnTo>
                    <a:pt x="254000" y="2886933"/>
                  </a:lnTo>
                  <a:lnTo>
                    <a:pt x="0" y="2886933"/>
                  </a:lnTo>
                  <a:lnTo>
                    <a:pt x="0" y="0"/>
                  </a:lnTo>
                  <a:close/>
                </a:path>
                <a:path w="6286500" h="2887345">
                  <a:moveTo>
                    <a:pt x="3022600" y="2070100"/>
                  </a:moveTo>
                  <a:lnTo>
                    <a:pt x="3276600" y="2070100"/>
                  </a:lnTo>
                  <a:lnTo>
                    <a:pt x="3276600" y="2886933"/>
                  </a:lnTo>
                  <a:lnTo>
                    <a:pt x="3022600" y="2886933"/>
                  </a:lnTo>
                  <a:lnTo>
                    <a:pt x="3022600" y="2070100"/>
                  </a:lnTo>
                  <a:close/>
                </a:path>
                <a:path w="6286500" h="2887345">
                  <a:moveTo>
                    <a:pt x="6045200" y="2425700"/>
                  </a:moveTo>
                  <a:lnTo>
                    <a:pt x="6286500" y="2425700"/>
                  </a:lnTo>
                  <a:lnTo>
                    <a:pt x="6286500" y="2886933"/>
                  </a:lnTo>
                  <a:lnTo>
                    <a:pt x="6045200" y="2886933"/>
                  </a:lnTo>
                  <a:lnTo>
                    <a:pt x="6045200" y="24257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9"/>
            <p:cNvSpPr/>
            <p:nvPr/>
          </p:nvSpPr>
          <p:spPr>
            <a:xfrm>
              <a:off x="4648200" y="3949699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254000" y="0"/>
                  </a:moveTo>
                  <a:lnTo>
                    <a:pt x="0" y="0"/>
                  </a:lnTo>
                  <a:lnTo>
                    <a:pt x="0" y="1350238"/>
                  </a:lnTo>
                  <a:lnTo>
                    <a:pt x="254000" y="1350238"/>
                  </a:lnTo>
                  <a:lnTo>
                    <a:pt x="254000" y="0"/>
                  </a:lnTo>
                  <a:close/>
                </a:path>
                <a:path w="6286500" h="1350645">
                  <a:moveTo>
                    <a:pt x="3276600" y="787400"/>
                  </a:moveTo>
                  <a:lnTo>
                    <a:pt x="3022600" y="787400"/>
                  </a:lnTo>
                  <a:lnTo>
                    <a:pt x="3022600" y="1350238"/>
                  </a:lnTo>
                  <a:lnTo>
                    <a:pt x="3276600" y="1350238"/>
                  </a:lnTo>
                  <a:lnTo>
                    <a:pt x="3276600" y="787400"/>
                  </a:lnTo>
                  <a:close/>
                </a:path>
                <a:path w="6286500" h="1350645">
                  <a:moveTo>
                    <a:pt x="6286500" y="1295400"/>
                  </a:moveTo>
                  <a:lnTo>
                    <a:pt x="6045200" y="1295400"/>
                  </a:lnTo>
                  <a:lnTo>
                    <a:pt x="6045200" y="1350238"/>
                  </a:lnTo>
                  <a:lnTo>
                    <a:pt x="6286500" y="1350238"/>
                  </a:lnTo>
                  <a:lnTo>
                    <a:pt x="6286500" y="129540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20"/>
            <p:cNvSpPr/>
            <p:nvPr/>
          </p:nvSpPr>
          <p:spPr>
            <a:xfrm>
              <a:off x="4648200" y="3949700"/>
              <a:ext cx="6286500" cy="1350645"/>
            </a:xfrm>
            <a:custGeom>
              <a:avLst/>
              <a:gdLst/>
              <a:ahLst/>
              <a:cxnLst/>
              <a:rect l="l" t="t" r="r" b="b"/>
              <a:pathLst>
                <a:path w="6286500" h="1350645">
                  <a:moveTo>
                    <a:pt x="0" y="0"/>
                  </a:moveTo>
                  <a:lnTo>
                    <a:pt x="254000" y="0"/>
                  </a:lnTo>
                  <a:lnTo>
                    <a:pt x="254000" y="1350233"/>
                  </a:lnTo>
                  <a:lnTo>
                    <a:pt x="0" y="1350233"/>
                  </a:lnTo>
                  <a:lnTo>
                    <a:pt x="0" y="0"/>
                  </a:lnTo>
                  <a:close/>
                </a:path>
                <a:path w="6286500" h="1350645">
                  <a:moveTo>
                    <a:pt x="3022600" y="787400"/>
                  </a:moveTo>
                  <a:lnTo>
                    <a:pt x="3276600" y="787400"/>
                  </a:lnTo>
                  <a:lnTo>
                    <a:pt x="3276600" y="1350233"/>
                  </a:lnTo>
                  <a:lnTo>
                    <a:pt x="3022600" y="1350233"/>
                  </a:lnTo>
                  <a:lnTo>
                    <a:pt x="3022600" y="787400"/>
                  </a:lnTo>
                  <a:close/>
                </a:path>
                <a:path w="6286500" h="1350645">
                  <a:moveTo>
                    <a:pt x="6045200" y="1295400"/>
                  </a:moveTo>
                  <a:lnTo>
                    <a:pt x="6286500" y="1295400"/>
                  </a:lnTo>
                  <a:lnTo>
                    <a:pt x="6286500" y="1350233"/>
                  </a:lnTo>
                  <a:lnTo>
                    <a:pt x="6045200" y="1350233"/>
                  </a:lnTo>
                  <a:lnTo>
                    <a:pt x="6045200" y="1295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21"/>
            <p:cNvSpPr/>
            <p:nvPr/>
          </p:nvSpPr>
          <p:spPr>
            <a:xfrm>
              <a:off x="2153339" y="5299932"/>
              <a:ext cx="9060815" cy="0"/>
            </a:xfrm>
            <a:custGeom>
              <a:avLst/>
              <a:gdLst/>
              <a:ahLst/>
              <a:cxnLst/>
              <a:rect l="l" t="t" r="r" b="b"/>
              <a:pathLst>
                <a:path w="9060815">
                  <a:moveTo>
                    <a:pt x="0" y="0"/>
                  </a:moveTo>
                  <a:lnTo>
                    <a:pt x="9060761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22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2F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23"/>
            <p:cNvSpPr/>
            <p:nvPr/>
          </p:nvSpPr>
          <p:spPr>
            <a:xfrm>
              <a:off x="8743430" y="192054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24"/>
          <p:cNvSpPr/>
          <p:nvPr/>
        </p:nvSpPr>
        <p:spPr>
          <a:xfrm>
            <a:off x="2153339" y="1665366"/>
            <a:ext cx="9060815" cy="0"/>
          </a:xfrm>
          <a:custGeom>
            <a:avLst/>
            <a:gdLst/>
            <a:ahLst/>
            <a:cxnLst/>
            <a:rect l="l" t="t" r="r" b="b"/>
            <a:pathLst>
              <a:path w="9060815">
                <a:moveTo>
                  <a:pt x="0" y="0"/>
                </a:moveTo>
                <a:lnTo>
                  <a:pt x="9060761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25"/>
          <p:cNvSpPr txBox="1"/>
          <p:nvPr/>
        </p:nvSpPr>
        <p:spPr>
          <a:xfrm>
            <a:off x="1394396" y="1430565"/>
            <a:ext cx="488950" cy="421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10795" algn="r">
              <a:lnSpc>
                <a:spcPct val="100000"/>
              </a:lnSpc>
              <a:spcBef>
                <a:spcPts val="213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8890" algn="r">
              <a:lnSpc>
                <a:spcPct val="100000"/>
              </a:lnSpc>
              <a:spcBef>
                <a:spcPts val="214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object 26"/>
          <p:cNvSpPr txBox="1"/>
          <p:nvPr/>
        </p:nvSpPr>
        <p:spPr>
          <a:xfrm>
            <a:off x="986135" y="2380701"/>
            <a:ext cx="397510" cy="2392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Throughput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(MB/s)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0" name="object 27"/>
          <p:cNvGrpSpPr/>
          <p:nvPr/>
        </p:nvGrpSpPr>
        <p:grpSpPr>
          <a:xfrm>
            <a:off x="8730730" y="1712230"/>
            <a:ext cx="193040" cy="193040"/>
            <a:chOff x="8730730" y="1524741"/>
            <a:chExt cx="193040" cy="193040"/>
          </a:xfrm>
        </p:grpSpPr>
        <p:sp>
          <p:nvSpPr>
            <p:cNvPr id="111" name="object 28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29"/>
            <p:cNvSpPr/>
            <p:nvPr/>
          </p:nvSpPr>
          <p:spPr>
            <a:xfrm>
              <a:off x="8743430" y="1537441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30"/>
          <p:cNvSpPr txBox="1"/>
          <p:nvPr/>
        </p:nvSpPr>
        <p:spPr>
          <a:xfrm>
            <a:off x="8977099" y="1954821"/>
            <a:ext cx="153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4" name="object 31"/>
          <p:cNvGrpSpPr/>
          <p:nvPr/>
        </p:nvGrpSpPr>
        <p:grpSpPr>
          <a:xfrm>
            <a:off x="8730730" y="2478443"/>
            <a:ext cx="193040" cy="2108835"/>
            <a:chOff x="8730730" y="2290954"/>
            <a:chExt cx="193040" cy="2108835"/>
          </a:xfrm>
        </p:grpSpPr>
        <p:sp>
          <p:nvSpPr>
            <p:cNvPr id="115" name="object 32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C5E0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33"/>
            <p:cNvSpPr/>
            <p:nvPr/>
          </p:nvSpPr>
          <p:spPr>
            <a:xfrm>
              <a:off x="8743430" y="2303654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34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35"/>
            <p:cNvSpPr/>
            <p:nvPr/>
          </p:nvSpPr>
          <p:spPr>
            <a:xfrm>
              <a:off x="8743430" y="2686760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36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37"/>
            <p:cNvSpPr/>
            <p:nvPr/>
          </p:nvSpPr>
          <p:spPr>
            <a:xfrm>
              <a:off x="8743430" y="3069865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38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39"/>
            <p:cNvSpPr/>
            <p:nvPr/>
          </p:nvSpPr>
          <p:spPr>
            <a:xfrm>
              <a:off x="8743430" y="3452972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40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0"/>
                  </a:lnTo>
                  <a:lnTo>
                    <a:pt x="167421" y="167420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41"/>
            <p:cNvSpPr/>
            <p:nvPr/>
          </p:nvSpPr>
          <p:spPr>
            <a:xfrm>
              <a:off x="8743430" y="3836078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42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167421" y="0"/>
                  </a:moveTo>
                  <a:lnTo>
                    <a:pt x="0" y="0"/>
                  </a:lnTo>
                  <a:lnTo>
                    <a:pt x="0" y="167421"/>
                  </a:lnTo>
                  <a:lnTo>
                    <a:pt x="167421" y="167421"/>
                  </a:lnTo>
                  <a:lnTo>
                    <a:pt x="167421" y="0"/>
                  </a:lnTo>
                  <a:close/>
                </a:path>
              </a:pathLst>
            </a:custGeom>
            <a:solidFill>
              <a:srgbClr val="9E480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43"/>
            <p:cNvSpPr/>
            <p:nvPr/>
          </p:nvSpPr>
          <p:spPr>
            <a:xfrm>
              <a:off x="8743430" y="4219183"/>
              <a:ext cx="167640" cy="167640"/>
            </a:xfrm>
            <a:custGeom>
              <a:avLst/>
              <a:gdLst/>
              <a:ahLst/>
              <a:cxnLst/>
              <a:rect l="l" t="t" r="r" b="b"/>
              <a:pathLst>
                <a:path w="167640" h="167639">
                  <a:moveTo>
                    <a:pt x="0" y="0"/>
                  </a:moveTo>
                  <a:lnTo>
                    <a:pt x="167421" y="0"/>
                  </a:lnTo>
                  <a:lnTo>
                    <a:pt x="167421" y="167421"/>
                  </a:lnTo>
                  <a:lnTo>
                    <a:pt x="0" y="16742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44"/>
          <p:cNvSpPr txBox="1"/>
          <p:nvPr/>
        </p:nvSpPr>
        <p:spPr>
          <a:xfrm>
            <a:off x="8977099" y="2320580"/>
            <a:ext cx="168275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8K 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16K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8" name="object 45"/>
          <p:cNvSpPr txBox="1"/>
          <p:nvPr/>
        </p:nvSpPr>
        <p:spPr>
          <a:xfrm>
            <a:off x="8977099" y="3103917"/>
            <a:ext cx="1835150" cy="775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Squashfs-</a:t>
            </a: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128K Ext4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9" name="object 46"/>
          <p:cNvSpPr txBox="1"/>
          <p:nvPr/>
        </p:nvSpPr>
        <p:spPr>
          <a:xfrm>
            <a:off x="8977099" y="3872012"/>
            <a:ext cx="597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F2FS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0" name="object 47"/>
          <p:cNvSpPr txBox="1"/>
          <p:nvPr/>
        </p:nvSpPr>
        <p:spPr>
          <a:xfrm>
            <a:off x="8977099" y="4256060"/>
            <a:ext cx="615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Btrfs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1" name="object 48"/>
          <p:cNvSpPr txBox="1"/>
          <p:nvPr/>
        </p:nvSpPr>
        <p:spPr>
          <a:xfrm>
            <a:off x="2135996" y="1036356"/>
            <a:ext cx="7667625" cy="92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FIO,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enwik9,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HiKey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960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A73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2362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MHz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1830"/>
              </a:spcBef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EROFS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2" name="object 49"/>
          <p:cNvGrpSpPr/>
          <p:nvPr/>
        </p:nvGrpSpPr>
        <p:grpSpPr>
          <a:xfrm>
            <a:off x="2263514" y="1954559"/>
            <a:ext cx="8754745" cy="3169285"/>
            <a:chOff x="2263514" y="1767070"/>
            <a:chExt cx="8754745" cy="3169285"/>
          </a:xfrm>
        </p:grpSpPr>
        <p:sp>
          <p:nvSpPr>
            <p:cNvPr id="133" name="object 50"/>
            <p:cNvSpPr/>
            <p:nvPr/>
          </p:nvSpPr>
          <p:spPr>
            <a:xfrm>
              <a:off x="2263514" y="1798820"/>
              <a:ext cx="2728595" cy="0"/>
            </a:xfrm>
            <a:custGeom>
              <a:avLst/>
              <a:gdLst/>
              <a:ahLst/>
              <a:cxnLst/>
              <a:rect l="l" t="t" r="r" b="b"/>
              <a:pathLst>
                <a:path w="2728595">
                  <a:moveTo>
                    <a:pt x="0" y="0"/>
                  </a:moveTo>
                  <a:lnTo>
                    <a:pt x="2728210" y="1"/>
                  </a:lnTo>
                </a:path>
              </a:pathLst>
            </a:custGeom>
            <a:ln w="635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51"/>
            <p:cNvSpPr/>
            <p:nvPr/>
          </p:nvSpPr>
          <p:spPr>
            <a:xfrm>
              <a:off x="8424471" y="4904282"/>
              <a:ext cx="2593340" cy="0"/>
            </a:xfrm>
            <a:custGeom>
              <a:avLst/>
              <a:gdLst/>
              <a:ahLst/>
              <a:cxnLst/>
              <a:rect l="l" t="t" r="r" b="b"/>
              <a:pathLst>
                <a:path w="2593340">
                  <a:moveTo>
                    <a:pt x="0" y="0"/>
                  </a:moveTo>
                  <a:lnTo>
                    <a:pt x="2593298" y="1"/>
                  </a:lnTo>
                </a:path>
              </a:pathLst>
            </a:custGeom>
            <a:ln w="635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52"/>
            <p:cNvSpPr/>
            <p:nvPr/>
          </p:nvSpPr>
          <p:spPr>
            <a:xfrm>
              <a:off x="5366479" y="4349645"/>
              <a:ext cx="2638425" cy="0"/>
            </a:xfrm>
            <a:custGeom>
              <a:avLst/>
              <a:gdLst/>
              <a:ahLst/>
              <a:cxnLst/>
              <a:rect l="l" t="t" r="r" b="b"/>
              <a:pathLst>
                <a:path w="2638425">
                  <a:moveTo>
                    <a:pt x="0" y="0"/>
                  </a:moveTo>
                  <a:lnTo>
                    <a:pt x="2638269" y="1"/>
                  </a:lnTo>
                </a:path>
              </a:pathLst>
            </a:custGeom>
            <a:ln w="635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标题 1"/>
          <p:cNvSpPr txBox="1"/>
          <p:nvPr/>
        </p:nvSpPr>
        <p:spPr>
          <a:xfrm>
            <a:off x="272143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微基准测试：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FIO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object 4"/>
          <p:cNvSpPr txBox="1"/>
          <p:nvPr/>
        </p:nvSpPr>
        <p:spPr>
          <a:xfrm>
            <a:off x="257968" y="5649691"/>
            <a:ext cx="11934032" cy="359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9550">
              <a:lnSpc>
                <a:spcPts val="2710"/>
              </a:lnSpc>
              <a:spcBef>
                <a:spcPts val="100"/>
              </a:spcBef>
              <a:tabLst>
                <a:tab pos="5907405" algn="l"/>
                <a:tab pos="9080500" algn="l"/>
              </a:tabLst>
            </a:pP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Sequential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Random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Stride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3795486" y="6086566"/>
            <a:ext cx="7764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b="1" dirty="0"/>
              <a:t>EROFS </a:t>
            </a:r>
            <a:r>
              <a:rPr lang="zh-CN" altLang="en-US" sz="2400" b="1" dirty="0"/>
              <a:t>性能与 </a:t>
            </a:r>
            <a:r>
              <a:rPr lang="en-GB" altLang="zh-CN" sz="2400" b="1" dirty="0"/>
              <a:t>Ext4 </a:t>
            </a:r>
            <a:r>
              <a:rPr lang="zh-CN" altLang="en-US" sz="2400" b="1" dirty="0"/>
              <a:t>相当，甚至更好。</a:t>
            </a:r>
            <a:endParaRPr lang="zh-CN" altLang="en-US" sz="2400" b="1" dirty="0">
              <a:latin typeface="Tahoma" panose="020B0604030504040204"/>
              <a:cs typeface="Tahoma" panose="020B0604030504040204"/>
            </a:endParaRPr>
          </a:p>
          <a:p>
            <a:endParaRPr kumimoji="1" lang="zh-CN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读取放大和资源消耗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836524" y="1611489"/>
          <a:ext cx="10518138" cy="3592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2560"/>
                <a:gridCol w="1254760"/>
                <a:gridCol w="1599564"/>
                <a:gridCol w="1433194"/>
                <a:gridCol w="2115185"/>
                <a:gridCol w="1412875"/>
              </a:tblGrid>
              <a:tr h="898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2545" algn="r">
                        <a:lnSpc>
                          <a:spcPct val="100000"/>
                        </a:lnSpc>
                      </a:pPr>
                      <a:r>
                        <a:rPr lang="zh-CN" sz="2800" spc="-20" dirty="0">
                          <a:latin typeface="Calibri" panose="020F0502020204030204"/>
                          <a:cs typeface="Calibri" panose="020F0502020204030204"/>
                        </a:rPr>
                        <a:t>顺序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IO</a:t>
                      </a: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254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altLang="zh-CN" sz="2800" spc="-10" dirty="0">
                          <a:latin typeface="Calibri" panose="020F0502020204030204"/>
                          <a:cs typeface="Calibri" panose="020F0502020204030204"/>
                        </a:rPr>
                        <a:t>     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随机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64795" algn="r">
                        <a:lnSpc>
                          <a:spcPct val="10000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Stride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242570" algn="ctr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Consumption</a:t>
                      </a:r>
                      <a:r>
                        <a:rPr sz="2800" spc="-114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91210" algn="ctr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2267585" algn="l"/>
                        </a:tabLst>
                      </a:pPr>
                      <a:r>
                        <a:rPr lang="en-US" altLang="zh-CN" sz="2800" dirty="0">
                          <a:latin typeface="Calibri" panose="020F0502020204030204"/>
                          <a:cs typeface="Calibri" panose="020F0502020204030204"/>
                        </a:rPr>
                        <a:t>    </a:t>
                      </a:r>
                      <a:r>
                        <a:rPr lang="zh-CN" altLang="en-US" sz="2800" dirty="0">
                          <a:latin typeface="Calibri" panose="020F0502020204030204"/>
                          <a:cs typeface="Calibri" panose="020F0502020204030204"/>
                        </a:rPr>
                        <a:t>存储</a:t>
                      </a: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lang="en-US" sz="2800" dirty="0">
                          <a:latin typeface="Calibri" panose="020F0502020204030204"/>
                          <a:cs typeface="Calibri" panose="020F0502020204030204"/>
                        </a:rPr>
                        <a:t>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内存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Requested/Ext4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953.67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988.51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Squashfs-4K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10.65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26.19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26.23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592.43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1597.50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9.82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33.52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34.08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530.43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1534.09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Squashfs-16K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4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9.05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46.42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48.32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479.38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1481.12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3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128K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3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7.25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6210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165.27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700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203.91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379.76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1379.84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EROFS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10.14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26.12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25.93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533.67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1036.88</a:t>
                      </a:r>
                      <a:endParaRPr sz="28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读取放大和资源消耗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object 3"/>
          <p:cNvGraphicFramePr>
            <a:graphicFrameLocks noGrp="1"/>
          </p:cNvGraphicFramePr>
          <p:nvPr/>
        </p:nvGraphicFramePr>
        <p:xfrm>
          <a:off x="837476" y="1612039"/>
          <a:ext cx="10516234" cy="437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2560"/>
                <a:gridCol w="1254760"/>
                <a:gridCol w="1604010"/>
                <a:gridCol w="1428114"/>
                <a:gridCol w="2114550"/>
                <a:gridCol w="1412240"/>
              </a:tblGrid>
              <a:tr h="898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2545" algn="r">
                        <a:lnSpc>
                          <a:spcPct val="100000"/>
                        </a:lnSpc>
                      </a:pPr>
                      <a:r>
                        <a:rPr lang="zh-CN" sz="2800" spc="-20" dirty="0">
                          <a:latin typeface="Calibri" panose="020F0502020204030204"/>
                          <a:cs typeface="Calibri" panose="020F0502020204030204"/>
                        </a:rPr>
                        <a:t>顺序</a:t>
                      </a:r>
                      <a:endParaRPr lang="zh-CN" sz="2800" spc="-2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IO</a:t>
                      </a: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254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altLang="zh-CN" sz="2800" spc="-10" dirty="0">
                          <a:latin typeface="Calibri" panose="020F0502020204030204"/>
                          <a:cs typeface="Calibri" panose="020F0502020204030204"/>
                        </a:rPr>
                        <a:t>     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随机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64795" algn="r">
                        <a:lnSpc>
                          <a:spcPct val="10000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Stride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242570" algn="ctr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Consumption</a:t>
                      </a:r>
                      <a:r>
                        <a:rPr sz="2800" spc="-114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91210" algn="ctr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2267585" algn="l"/>
                        </a:tabLst>
                      </a:pPr>
                      <a:r>
                        <a:rPr lang="en-US" altLang="zh-CN" sz="2800" spc="-10" dirty="0">
                          <a:latin typeface="Calibri" panose="020F0502020204030204"/>
                          <a:cs typeface="Calibri" panose="020F0502020204030204"/>
                        </a:rPr>
                        <a:t> 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存储</a:t>
                      </a: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lang="en-US" sz="2800" dirty="0">
                          <a:latin typeface="Calibri" panose="020F0502020204030204"/>
                          <a:cs typeface="Calibri" panose="020F0502020204030204"/>
                        </a:rPr>
                        <a:t>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内存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Requested/Ext4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953.67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988.51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Squashfs-4K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10.65</a:t>
                      </a:r>
                      <a:endParaRPr sz="28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26.19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26.23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592.43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1597.50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9.82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33.52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34.08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530.43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1534.09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Squashfs-16K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4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9.05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46.42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48.32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479.38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1481.12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3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128K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3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7.25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3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165.27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3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203.91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379.76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1379.84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EROFS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10.14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26.12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25.93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533.67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1036.88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3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50" algn="r">
                        <a:lnSpc>
                          <a:spcPct val="100000"/>
                        </a:lnSpc>
                        <a:spcBef>
                          <a:spcPts val="2110"/>
                        </a:spcBef>
                      </a:pPr>
                      <a:r>
                        <a:rPr sz="3200" b="1" spc="-25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84%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797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2110"/>
                        </a:spcBef>
                      </a:pPr>
                      <a:r>
                        <a:rPr sz="3200" b="1" spc="-25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87%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797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04850" y="5526237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3" y="129609"/>
                </a:lnTo>
                <a:lnTo>
                  <a:pt x="279980" y="305587"/>
                </a:lnTo>
                <a:lnTo>
                  <a:pt x="179856" y="335921"/>
                </a:lnTo>
                <a:lnTo>
                  <a:pt x="403500" y="455562"/>
                </a:lnTo>
                <a:lnTo>
                  <a:pt x="422468" y="421522"/>
                </a:lnTo>
                <a:lnTo>
                  <a:pt x="463564" y="344544"/>
                </a:lnTo>
                <a:lnTo>
                  <a:pt x="523140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1" y="155184"/>
                </a:lnTo>
                <a:lnTo>
                  <a:pt x="333403" y="121426"/>
                </a:lnTo>
                <a:lnTo>
                  <a:pt x="296042" y="88147"/>
                </a:lnTo>
                <a:lnTo>
                  <a:pt x="251803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52705" y="5562973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5" y="129609"/>
                </a:lnTo>
                <a:lnTo>
                  <a:pt x="279981" y="305587"/>
                </a:lnTo>
                <a:lnTo>
                  <a:pt x="179856" y="335921"/>
                </a:lnTo>
                <a:lnTo>
                  <a:pt x="403500" y="455562"/>
                </a:lnTo>
                <a:lnTo>
                  <a:pt x="422468" y="421523"/>
                </a:lnTo>
                <a:lnTo>
                  <a:pt x="463565" y="344544"/>
                </a:lnTo>
                <a:lnTo>
                  <a:pt x="523142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2" y="155184"/>
                </a:lnTo>
                <a:lnTo>
                  <a:pt x="333404" y="121426"/>
                </a:lnTo>
                <a:lnTo>
                  <a:pt x="296042" y="88147"/>
                </a:lnTo>
                <a:lnTo>
                  <a:pt x="251804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读取放大和资源消耗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521782" y="5503571"/>
            <a:ext cx="20383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5720" algn="l"/>
              </a:tabLst>
            </a:pPr>
            <a:r>
              <a:rPr sz="3200" b="1" spc="-25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84%</a:t>
            </a:r>
            <a:r>
              <a:rPr sz="3200" b="1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200" b="1" spc="-25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87%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6094723" y="5586310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3" y="129609"/>
                </a:lnTo>
                <a:lnTo>
                  <a:pt x="279980" y="305587"/>
                </a:lnTo>
                <a:lnTo>
                  <a:pt x="179856" y="335921"/>
                </a:lnTo>
                <a:lnTo>
                  <a:pt x="403500" y="455562"/>
                </a:lnTo>
                <a:lnTo>
                  <a:pt x="422468" y="421522"/>
                </a:lnTo>
                <a:lnTo>
                  <a:pt x="463564" y="344544"/>
                </a:lnTo>
                <a:lnTo>
                  <a:pt x="523140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1" y="155184"/>
                </a:lnTo>
                <a:lnTo>
                  <a:pt x="333403" y="121426"/>
                </a:lnTo>
                <a:lnTo>
                  <a:pt x="296042" y="88147"/>
                </a:lnTo>
                <a:lnTo>
                  <a:pt x="251803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5"/>
          <p:cNvSpPr/>
          <p:nvPr/>
        </p:nvSpPr>
        <p:spPr>
          <a:xfrm>
            <a:off x="7430183" y="5584311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5" y="129609"/>
                </a:lnTo>
                <a:lnTo>
                  <a:pt x="279981" y="305587"/>
                </a:lnTo>
                <a:lnTo>
                  <a:pt x="179856" y="335921"/>
                </a:lnTo>
                <a:lnTo>
                  <a:pt x="403500" y="455562"/>
                </a:lnTo>
                <a:lnTo>
                  <a:pt x="422468" y="421523"/>
                </a:lnTo>
                <a:lnTo>
                  <a:pt x="463565" y="344544"/>
                </a:lnTo>
                <a:lnTo>
                  <a:pt x="523142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2" y="155184"/>
                </a:lnTo>
                <a:lnTo>
                  <a:pt x="333404" y="121426"/>
                </a:lnTo>
                <a:lnTo>
                  <a:pt x="296042" y="88147"/>
                </a:lnTo>
                <a:lnTo>
                  <a:pt x="251804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6"/>
          <p:cNvSpPr/>
          <p:nvPr/>
        </p:nvSpPr>
        <p:spPr>
          <a:xfrm>
            <a:off x="10793702" y="5584310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5" y="129609"/>
                </a:lnTo>
                <a:lnTo>
                  <a:pt x="279981" y="305587"/>
                </a:lnTo>
                <a:lnTo>
                  <a:pt x="179856" y="335922"/>
                </a:lnTo>
                <a:lnTo>
                  <a:pt x="403501" y="455562"/>
                </a:lnTo>
                <a:lnTo>
                  <a:pt x="422469" y="421523"/>
                </a:lnTo>
                <a:lnTo>
                  <a:pt x="463565" y="344544"/>
                </a:lnTo>
                <a:lnTo>
                  <a:pt x="523142" y="231917"/>
                </a:lnTo>
                <a:lnTo>
                  <a:pt x="430169" y="260085"/>
                </a:lnTo>
                <a:lnTo>
                  <a:pt x="427689" y="254392"/>
                </a:lnTo>
                <a:lnTo>
                  <a:pt x="407264" y="216014"/>
                </a:lnTo>
                <a:lnTo>
                  <a:pt x="364192" y="155184"/>
                </a:lnTo>
                <a:lnTo>
                  <a:pt x="333404" y="121426"/>
                </a:lnTo>
                <a:lnTo>
                  <a:pt x="296042" y="88147"/>
                </a:lnTo>
                <a:lnTo>
                  <a:pt x="251804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7"/>
          <p:cNvSpPr txBox="1"/>
          <p:nvPr/>
        </p:nvSpPr>
        <p:spPr>
          <a:xfrm>
            <a:off x="8767843" y="5503571"/>
            <a:ext cx="2155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3195" algn="l"/>
              </a:tabLst>
            </a:pPr>
            <a:r>
              <a:rPr sz="3200" b="1" spc="-25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44%</a:t>
            </a:r>
            <a:r>
              <a:rPr sz="3200" b="1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200" b="1" spc="-25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92%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9372867" y="5584311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5" y="129609"/>
                </a:lnTo>
                <a:lnTo>
                  <a:pt x="279981" y="305587"/>
                </a:lnTo>
                <a:lnTo>
                  <a:pt x="179856" y="335921"/>
                </a:lnTo>
                <a:lnTo>
                  <a:pt x="403500" y="455562"/>
                </a:lnTo>
                <a:lnTo>
                  <a:pt x="422468" y="421523"/>
                </a:lnTo>
                <a:lnTo>
                  <a:pt x="463565" y="344544"/>
                </a:lnTo>
                <a:lnTo>
                  <a:pt x="523142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2" y="155184"/>
                </a:lnTo>
                <a:lnTo>
                  <a:pt x="333404" y="121426"/>
                </a:lnTo>
                <a:lnTo>
                  <a:pt x="296042" y="88147"/>
                </a:lnTo>
                <a:lnTo>
                  <a:pt x="251804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9"/>
          <p:cNvGraphicFramePr>
            <a:graphicFrameLocks noGrp="1"/>
          </p:cNvGraphicFramePr>
          <p:nvPr/>
        </p:nvGraphicFramePr>
        <p:xfrm>
          <a:off x="836930" y="1632585"/>
          <a:ext cx="10518139" cy="3592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2560"/>
                <a:gridCol w="1254760"/>
                <a:gridCol w="1597025"/>
                <a:gridCol w="1435734"/>
                <a:gridCol w="2115185"/>
                <a:gridCol w="1412875"/>
              </a:tblGrid>
              <a:tr h="898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2545" algn="r">
                        <a:lnSpc>
                          <a:spcPct val="100000"/>
                        </a:lnSpc>
                      </a:pPr>
                      <a:r>
                        <a:rPr lang="zh-CN" sz="2800" spc="-20" dirty="0">
                          <a:latin typeface="Calibri" panose="020F0502020204030204"/>
                          <a:cs typeface="Calibri" panose="020F0502020204030204"/>
                        </a:rPr>
                        <a:t>顺序</a:t>
                      </a:r>
                      <a:endParaRPr lang="zh-CN" sz="2800" spc="-2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IO</a:t>
                      </a: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254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altLang="zh-CN" sz="2800" spc="-10" dirty="0">
                          <a:latin typeface="Calibri" panose="020F0502020204030204"/>
                          <a:cs typeface="Calibri" panose="020F0502020204030204"/>
                        </a:rPr>
                        <a:t>     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随机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64795" algn="r">
                        <a:lnSpc>
                          <a:spcPct val="10000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Stride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46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242570" algn="ctr">
                        <a:lnSpc>
                          <a:spcPts val="3350"/>
                        </a:lnSpc>
                      </a:pP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Consumption</a:t>
                      </a:r>
                      <a:r>
                        <a:rPr sz="2800" spc="-114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(MB)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91210" algn="ctr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2267585" algn="l"/>
                        </a:tabLst>
                      </a:pPr>
                      <a:r>
                        <a:rPr lang="en-US" altLang="zh-CN" sz="2800" spc="-10" dirty="0">
                          <a:latin typeface="Calibri" panose="020F0502020204030204"/>
                          <a:cs typeface="Calibri" panose="020F0502020204030204"/>
                        </a:rPr>
                        <a:t>   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存储</a:t>
                      </a:r>
                      <a:r>
                        <a:rPr sz="280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lang="en-US" sz="28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lang="zh-CN" sz="2800" spc="-10" dirty="0">
                          <a:latin typeface="Calibri" panose="020F0502020204030204"/>
                          <a:cs typeface="Calibri" panose="020F0502020204030204"/>
                        </a:rPr>
                        <a:t>内存</a:t>
                      </a:r>
                      <a:endParaRPr lang="zh-CN" sz="2800" spc="-1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Requested/Ext4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953.67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988.51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7058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Squashfs-4K</a:t>
                      </a:r>
                      <a:endParaRPr sz="28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10.65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26.19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26.23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592.43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1597.50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L="22225">
                        <a:lnSpc>
                          <a:spcPts val="335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5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9.82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33.52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34.08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530.43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1534.09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Squashfs-16K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4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9.05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46.42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48.32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479.38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4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1481.12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30"/>
                        </a:lnSpc>
                      </a:pPr>
                      <a:r>
                        <a:rPr sz="2800" spc="-25" dirty="0">
                          <a:latin typeface="Calibri" panose="020F0502020204030204"/>
                          <a:cs typeface="Calibri" panose="020F0502020204030204"/>
                        </a:rPr>
                        <a:t>Squashfs-</a:t>
                      </a: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128K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3330"/>
                        </a:lnSpc>
                      </a:pPr>
                      <a:r>
                        <a:rPr sz="2800" spc="-20" dirty="0">
                          <a:latin typeface="Calibri" panose="020F0502020204030204"/>
                          <a:cs typeface="Calibri" panose="020F0502020204030204"/>
                        </a:rPr>
                        <a:t>7.25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ts val="333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165.27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30"/>
                        </a:lnSpc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203.91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379.76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3330"/>
                        </a:lnSpc>
                      </a:pPr>
                      <a:r>
                        <a:rPr sz="2800" spc="-10" dirty="0">
                          <a:latin typeface="Calibri" panose="020F0502020204030204"/>
                          <a:cs typeface="Calibri" panose="020F0502020204030204"/>
                        </a:rPr>
                        <a:t>1379.84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5099"/>
                      </a:srgbClr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L="22225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EROFS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latin typeface="Calibri" panose="020F0502020204030204"/>
                          <a:cs typeface="Calibri" panose="020F0502020204030204"/>
                        </a:rPr>
                        <a:t>10.14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03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26.12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25.93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272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533.67</a:t>
                      </a:r>
                      <a:endParaRPr sz="2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3340"/>
                        </a:lnSpc>
                      </a:pPr>
                      <a:r>
                        <a:rPr sz="2800" b="1" spc="-10" dirty="0">
                          <a:solidFill>
                            <a:srgbClr val="00B050"/>
                          </a:solidFill>
                          <a:latin typeface="Calibri" panose="020F0502020204030204"/>
                          <a:cs typeface="Calibri" panose="020F0502020204030204"/>
                        </a:rPr>
                        <a:t>1036.88</a:t>
                      </a:r>
                      <a:endParaRPr sz="28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0"/>
          <p:cNvSpPr/>
          <p:nvPr/>
        </p:nvSpPr>
        <p:spPr>
          <a:xfrm>
            <a:off x="8727711" y="3840935"/>
            <a:ext cx="990600" cy="25400"/>
          </a:xfrm>
          <a:custGeom>
            <a:avLst/>
            <a:gdLst/>
            <a:ahLst/>
            <a:cxnLst/>
            <a:rect l="l" t="t" r="r" b="b"/>
            <a:pathLst>
              <a:path w="990600" h="25400">
                <a:moveTo>
                  <a:pt x="990600" y="0"/>
                </a:moveTo>
                <a:lnTo>
                  <a:pt x="0" y="0"/>
                </a:lnTo>
                <a:lnTo>
                  <a:pt x="0" y="25400"/>
                </a:lnTo>
                <a:lnTo>
                  <a:pt x="990600" y="25400"/>
                </a:lnTo>
                <a:lnTo>
                  <a:pt x="990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真实应用启动时间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object 3"/>
          <p:cNvGrpSpPr/>
          <p:nvPr/>
        </p:nvGrpSpPr>
        <p:grpSpPr>
          <a:xfrm>
            <a:off x="1884860" y="1558924"/>
            <a:ext cx="8931910" cy="1538605"/>
            <a:chOff x="1884860" y="1558924"/>
            <a:chExt cx="8931910" cy="1538605"/>
          </a:xfrm>
        </p:grpSpPr>
        <p:sp>
          <p:nvSpPr>
            <p:cNvPr id="38" name="object 4"/>
            <p:cNvSpPr/>
            <p:nvPr/>
          </p:nvSpPr>
          <p:spPr>
            <a:xfrm>
              <a:off x="1884860" y="1716011"/>
              <a:ext cx="8931910" cy="1027430"/>
            </a:xfrm>
            <a:custGeom>
              <a:avLst/>
              <a:gdLst/>
              <a:ahLst/>
              <a:cxnLst/>
              <a:rect l="l" t="t" r="r" b="b"/>
              <a:pathLst>
                <a:path w="8931910" h="1027430">
                  <a:moveTo>
                    <a:pt x="8808539" y="1027188"/>
                  </a:moveTo>
                  <a:lnTo>
                    <a:pt x="8931306" y="1027188"/>
                  </a:lnTo>
                </a:path>
                <a:path w="8931910" h="1027430">
                  <a:moveTo>
                    <a:pt x="8122739" y="1027188"/>
                  </a:moveTo>
                  <a:lnTo>
                    <a:pt x="8364039" y="1027188"/>
                  </a:lnTo>
                </a:path>
                <a:path w="8931910" h="1027430">
                  <a:moveTo>
                    <a:pt x="4007939" y="1027188"/>
                  </a:moveTo>
                  <a:lnTo>
                    <a:pt x="4236539" y="1027188"/>
                  </a:lnTo>
                </a:path>
                <a:path w="8931910" h="1027430">
                  <a:moveTo>
                    <a:pt x="4693739" y="1027188"/>
                  </a:moveTo>
                  <a:lnTo>
                    <a:pt x="4922339" y="1027188"/>
                  </a:lnTo>
                </a:path>
                <a:path w="8931910" h="1027430">
                  <a:moveTo>
                    <a:pt x="0" y="1027188"/>
                  </a:moveTo>
                  <a:lnTo>
                    <a:pt x="121739" y="1027188"/>
                  </a:lnTo>
                </a:path>
                <a:path w="8931910" h="1027430">
                  <a:moveTo>
                    <a:pt x="5379539" y="1027188"/>
                  </a:moveTo>
                  <a:lnTo>
                    <a:pt x="5608139" y="1027188"/>
                  </a:lnTo>
                </a:path>
                <a:path w="8931910" h="1027430">
                  <a:moveTo>
                    <a:pt x="566239" y="1027188"/>
                  </a:moveTo>
                  <a:lnTo>
                    <a:pt x="807539" y="1027188"/>
                  </a:lnTo>
                </a:path>
                <a:path w="8931910" h="1027430">
                  <a:moveTo>
                    <a:pt x="7436939" y="1027188"/>
                  </a:moveTo>
                  <a:lnTo>
                    <a:pt x="7678239" y="1027188"/>
                  </a:lnTo>
                </a:path>
                <a:path w="8931910" h="1027430">
                  <a:moveTo>
                    <a:pt x="6065339" y="1027188"/>
                  </a:moveTo>
                  <a:lnTo>
                    <a:pt x="6306639" y="1027188"/>
                  </a:lnTo>
                </a:path>
                <a:path w="8931910" h="1027430">
                  <a:moveTo>
                    <a:pt x="6751139" y="1027188"/>
                  </a:moveTo>
                  <a:lnTo>
                    <a:pt x="6992439" y="1027188"/>
                  </a:lnTo>
                </a:path>
                <a:path w="8931910" h="1027430">
                  <a:moveTo>
                    <a:pt x="1252039" y="1027188"/>
                  </a:moveTo>
                  <a:lnTo>
                    <a:pt x="1493339" y="1027188"/>
                  </a:lnTo>
                </a:path>
                <a:path w="8931910" h="1027430">
                  <a:moveTo>
                    <a:pt x="3322139" y="1027188"/>
                  </a:moveTo>
                  <a:lnTo>
                    <a:pt x="3550739" y="1027188"/>
                  </a:lnTo>
                </a:path>
                <a:path w="8931910" h="1027430">
                  <a:moveTo>
                    <a:pt x="1937839" y="1027188"/>
                  </a:moveTo>
                  <a:lnTo>
                    <a:pt x="2179139" y="1027188"/>
                  </a:lnTo>
                </a:path>
                <a:path w="8931910" h="1027430">
                  <a:moveTo>
                    <a:pt x="2636339" y="1027188"/>
                  </a:moveTo>
                  <a:lnTo>
                    <a:pt x="2864939" y="1027188"/>
                  </a:lnTo>
                </a:path>
                <a:path w="8931910" h="1027430">
                  <a:moveTo>
                    <a:pt x="4693739" y="684288"/>
                  </a:moveTo>
                  <a:lnTo>
                    <a:pt x="4922339" y="684288"/>
                  </a:lnTo>
                </a:path>
                <a:path w="8931910" h="1027430">
                  <a:moveTo>
                    <a:pt x="8808539" y="684288"/>
                  </a:moveTo>
                  <a:lnTo>
                    <a:pt x="8931306" y="684288"/>
                  </a:lnTo>
                </a:path>
                <a:path w="8931910" h="1027430">
                  <a:moveTo>
                    <a:pt x="2636339" y="684288"/>
                  </a:moveTo>
                  <a:lnTo>
                    <a:pt x="2864939" y="684288"/>
                  </a:lnTo>
                </a:path>
                <a:path w="8931910" h="1027430">
                  <a:moveTo>
                    <a:pt x="5379539" y="684288"/>
                  </a:moveTo>
                  <a:lnTo>
                    <a:pt x="5608139" y="684288"/>
                  </a:lnTo>
                </a:path>
                <a:path w="8931910" h="1027430">
                  <a:moveTo>
                    <a:pt x="4007939" y="684288"/>
                  </a:moveTo>
                  <a:lnTo>
                    <a:pt x="4236539" y="684288"/>
                  </a:lnTo>
                </a:path>
                <a:path w="8931910" h="1027430">
                  <a:moveTo>
                    <a:pt x="1937839" y="684288"/>
                  </a:moveTo>
                  <a:lnTo>
                    <a:pt x="2179139" y="684288"/>
                  </a:lnTo>
                </a:path>
                <a:path w="8931910" h="1027430">
                  <a:moveTo>
                    <a:pt x="6751139" y="684288"/>
                  </a:moveTo>
                  <a:lnTo>
                    <a:pt x="6992439" y="684288"/>
                  </a:lnTo>
                </a:path>
                <a:path w="8931910" h="1027430">
                  <a:moveTo>
                    <a:pt x="6065339" y="684288"/>
                  </a:moveTo>
                  <a:lnTo>
                    <a:pt x="6306639" y="684288"/>
                  </a:lnTo>
                </a:path>
                <a:path w="8931910" h="1027430">
                  <a:moveTo>
                    <a:pt x="3322139" y="684288"/>
                  </a:moveTo>
                  <a:lnTo>
                    <a:pt x="3550739" y="684288"/>
                  </a:lnTo>
                </a:path>
                <a:path w="8931910" h="1027430">
                  <a:moveTo>
                    <a:pt x="8122739" y="684288"/>
                  </a:moveTo>
                  <a:lnTo>
                    <a:pt x="8364039" y="684288"/>
                  </a:lnTo>
                </a:path>
                <a:path w="8931910" h="1027430">
                  <a:moveTo>
                    <a:pt x="1252039" y="684288"/>
                  </a:moveTo>
                  <a:lnTo>
                    <a:pt x="1493339" y="684288"/>
                  </a:lnTo>
                </a:path>
                <a:path w="8931910" h="1027430">
                  <a:moveTo>
                    <a:pt x="0" y="684288"/>
                  </a:moveTo>
                  <a:lnTo>
                    <a:pt x="121739" y="684288"/>
                  </a:lnTo>
                </a:path>
                <a:path w="8931910" h="1027430">
                  <a:moveTo>
                    <a:pt x="566239" y="684288"/>
                  </a:moveTo>
                  <a:lnTo>
                    <a:pt x="807539" y="684288"/>
                  </a:lnTo>
                </a:path>
                <a:path w="8931910" h="1027430">
                  <a:moveTo>
                    <a:pt x="7436939" y="684288"/>
                  </a:moveTo>
                  <a:lnTo>
                    <a:pt x="7678239" y="684288"/>
                  </a:lnTo>
                </a:path>
                <a:path w="8931910" h="1027430">
                  <a:moveTo>
                    <a:pt x="1252039" y="341388"/>
                  </a:moveTo>
                  <a:lnTo>
                    <a:pt x="1493339" y="341388"/>
                  </a:lnTo>
                </a:path>
                <a:path w="8931910" h="1027430">
                  <a:moveTo>
                    <a:pt x="2636339" y="341388"/>
                  </a:moveTo>
                  <a:lnTo>
                    <a:pt x="2864939" y="341388"/>
                  </a:lnTo>
                </a:path>
                <a:path w="8931910" h="1027430">
                  <a:moveTo>
                    <a:pt x="7436939" y="341388"/>
                  </a:moveTo>
                  <a:lnTo>
                    <a:pt x="7678239" y="341388"/>
                  </a:lnTo>
                </a:path>
                <a:path w="8931910" h="1027430">
                  <a:moveTo>
                    <a:pt x="566239" y="341388"/>
                  </a:moveTo>
                  <a:lnTo>
                    <a:pt x="807539" y="341388"/>
                  </a:lnTo>
                </a:path>
                <a:path w="8931910" h="1027430">
                  <a:moveTo>
                    <a:pt x="4007939" y="341388"/>
                  </a:moveTo>
                  <a:lnTo>
                    <a:pt x="4236539" y="341388"/>
                  </a:lnTo>
                </a:path>
                <a:path w="8931910" h="1027430">
                  <a:moveTo>
                    <a:pt x="5379539" y="341388"/>
                  </a:moveTo>
                  <a:lnTo>
                    <a:pt x="5608139" y="341388"/>
                  </a:lnTo>
                </a:path>
                <a:path w="8931910" h="1027430">
                  <a:moveTo>
                    <a:pt x="4693739" y="341388"/>
                  </a:moveTo>
                  <a:lnTo>
                    <a:pt x="4922339" y="341388"/>
                  </a:lnTo>
                </a:path>
                <a:path w="8931910" h="1027430">
                  <a:moveTo>
                    <a:pt x="3322139" y="341388"/>
                  </a:moveTo>
                  <a:lnTo>
                    <a:pt x="3550739" y="341388"/>
                  </a:lnTo>
                </a:path>
                <a:path w="8931910" h="1027430">
                  <a:moveTo>
                    <a:pt x="6751139" y="341388"/>
                  </a:moveTo>
                  <a:lnTo>
                    <a:pt x="6992439" y="341388"/>
                  </a:lnTo>
                </a:path>
                <a:path w="8931910" h="1027430">
                  <a:moveTo>
                    <a:pt x="0" y="341388"/>
                  </a:moveTo>
                  <a:lnTo>
                    <a:pt x="121739" y="341388"/>
                  </a:lnTo>
                </a:path>
                <a:path w="8931910" h="1027430">
                  <a:moveTo>
                    <a:pt x="8122739" y="341388"/>
                  </a:moveTo>
                  <a:lnTo>
                    <a:pt x="8364039" y="341388"/>
                  </a:lnTo>
                </a:path>
                <a:path w="8931910" h="1027430">
                  <a:moveTo>
                    <a:pt x="1937839" y="341388"/>
                  </a:moveTo>
                  <a:lnTo>
                    <a:pt x="2179139" y="341388"/>
                  </a:lnTo>
                </a:path>
                <a:path w="8931910" h="1027430">
                  <a:moveTo>
                    <a:pt x="8808539" y="341388"/>
                  </a:moveTo>
                  <a:lnTo>
                    <a:pt x="8931306" y="341388"/>
                  </a:lnTo>
                </a:path>
                <a:path w="8931910" h="1027430">
                  <a:moveTo>
                    <a:pt x="6065339" y="341388"/>
                  </a:moveTo>
                  <a:lnTo>
                    <a:pt x="6306639" y="341388"/>
                  </a:lnTo>
                </a:path>
                <a:path w="8931910" h="1027430">
                  <a:moveTo>
                    <a:pt x="8587794" y="0"/>
                  </a:moveTo>
                  <a:lnTo>
                    <a:pt x="8931306" y="0"/>
                  </a:lnTo>
                </a:path>
                <a:path w="8931910" h="1027430">
                  <a:moveTo>
                    <a:pt x="0" y="0"/>
                  </a:moveTo>
                  <a:lnTo>
                    <a:pt x="343512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5"/>
            <p:cNvSpPr/>
            <p:nvPr/>
          </p:nvSpPr>
          <p:spPr>
            <a:xfrm>
              <a:off x="2006600" y="1574799"/>
              <a:ext cx="8686800" cy="1506855"/>
            </a:xfrm>
            <a:custGeom>
              <a:avLst/>
              <a:gdLst/>
              <a:ahLst/>
              <a:cxnLst/>
              <a:rect l="l" t="t" r="r" b="b"/>
              <a:pathLst>
                <a:path w="8686800" h="1506855">
                  <a:moveTo>
                    <a:pt x="444500" y="177800"/>
                  </a:moveTo>
                  <a:lnTo>
                    <a:pt x="0" y="177800"/>
                  </a:lnTo>
                  <a:lnTo>
                    <a:pt x="0" y="1506816"/>
                  </a:lnTo>
                  <a:lnTo>
                    <a:pt x="444500" y="1506816"/>
                  </a:lnTo>
                  <a:lnTo>
                    <a:pt x="444500" y="177800"/>
                  </a:lnTo>
                  <a:close/>
                </a:path>
                <a:path w="8686800" h="1506855">
                  <a:moveTo>
                    <a:pt x="1130300" y="317500"/>
                  </a:moveTo>
                  <a:lnTo>
                    <a:pt x="685800" y="317500"/>
                  </a:lnTo>
                  <a:lnTo>
                    <a:pt x="685800" y="1506816"/>
                  </a:lnTo>
                  <a:lnTo>
                    <a:pt x="1130300" y="1506816"/>
                  </a:lnTo>
                  <a:lnTo>
                    <a:pt x="1130300" y="317500"/>
                  </a:lnTo>
                  <a:close/>
                </a:path>
                <a:path w="8686800" h="1506855">
                  <a:moveTo>
                    <a:pt x="1816100" y="215900"/>
                  </a:moveTo>
                  <a:lnTo>
                    <a:pt x="1371600" y="215900"/>
                  </a:lnTo>
                  <a:lnTo>
                    <a:pt x="1371600" y="1506816"/>
                  </a:lnTo>
                  <a:lnTo>
                    <a:pt x="1816100" y="1506816"/>
                  </a:lnTo>
                  <a:lnTo>
                    <a:pt x="1816100" y="215900"/>
                  </a:lnTo>
                  <a:close/>
                </a:path>
                <a:path w="8686800" h="1506855">
                  <a:moveTo>
                    <a:pt x="2514600" y="172974"/>
                  </a:moveTo>
                  <a:lnTo>
                    <a:pt x="2057400" y="172974"/>
                  </a:lnTo>
                  <a:lnTo>
                    <a:pt x="2057400" y="1506816"/>
                  </a:lnTo>
                  <a:lnTo>
                    <a:pt x="2514600" y="1506816"/>
                  </a:lnTo>
                  <a:lnTo>
                    <a:pt x="2514600" y="172974"/>
                  </a:lnTo>
                  <a:close/>
                </a:path>
                <a:path w="8686800" h="1506855">
                  <a:moveTo>
                    <a:pt x="2514600" y="88900"/>
                  </a:moveTo>
                  <a:lnTo>
                    <a:pt x="2057400" y="88900"/>
                  </a:lnTo>
                  <a:lnTo>
                    <a:pt x="2057400" y="109461"/>
                  </a:lnTo>
                  <a:lnTo>
                    <a:pt x="2514600" y="109461"/>
                  </a:lnTo>
                  <a:lnTo>
                    <a:pt x="2514600" y="88900"/>
                  </a:lnTo>
                  <a:close/>
                </a:path>
                <a:path w="8686800" h="1506855">
                  <a:moveTo>
                    <a:pt x="3200400" y="241300"/>
                  </a:moveTo>
                  <a:lnTo>
                    <a:pt x="2743200" y="241300"/>
                  </a:lnTo>
                  <a:lnTo>
                    <a:pt x="2743200" y="1506816"/>
                  </a:lnTo>
                  <a:lnTo>
                    <a:pt x="3200400" y="1506816"/>
                  </a:lnTo>
                  <a:lnTo>
                    <a:pt x="3200400" y="241300"/>
                  </a:lnTo>
                  <a:close/>
                </a:path>
                <a:path w="8686800" h="1506855">
                  <a:moveTo>
                    <a:pt x="3886200" y="172974"/>
                  </a:moveTo>
                  <a:lnTo>
                    <a:pt x="3429000" y="172974"/>
                  </a:lnTo>
                  <a:lnTo>
                    <a:pt x="3429000" y="1506816"/>
                  </a:lnTo>
                  <a:lnTo>
                    <a:pt x="3886200" y="1506816"/>
                  </a:lnTo>
                  <a:lnTo>
                    <a:pt x="3886200" y="172974"/>
                  </a:lnTo>
                  <a:close/>
                </a:path>
                <a:path w="8686800" h="1506855">
                  <a:moveTo>
                    <a:pt x="3886200" y="88900"/>
                  </a:moveTo>
                  <a:lnTo>
                    <a:pt x="3429000" y="88900"/>
                  </a:lnTo>
                  <a:lnTo>
                    <a:pt x="3429000" y="109461"/>
                  </a:lnTo>
                  <a:lnTo>
                    <a:pt x="3886200" y="109461"/>
                  </a:lnTo>
                  <a:lnTo>
                    <a:pt x="3886200" y="88900"/>
                  </a:lnTo>
                  <a:close/>
                </a:path>
                <a:path w="8686800" h="1506855">
                  <a:moveTo>
                    <a:pt x="4572000" y="172974"/>
                  </a:moveTo>
                  <a:lnTo>
                    <a:pt x="4114800" y="172974"/>
                  </a:lnTo>
                  <a:lnTo>
                    <a:pt x="4114800" y="1506816"/>
                  </a:lnTo>
                  <a:lnTo>
                    <a:pt x="4572000" y="1506816"/>
                  </a:lnTo>
                  <a:lnTo>
                    <a:pt x="4572000" y="172974"/>
                  </a:lnTo>
                  <a:close/>
                </a:path>
                <a:path w="8686800" h="1506855">
                  <a:moveTo>
                    <a:pt x="4572000" y="76200"/>
                  </a:moveTo>
                  <a:lnTo>
                    <a:pt x="4114800" y="76200"/>
                  </a:lnTo>
                  <a:lnTo>
                    <a:pt x="4114800" y="109461"/>
                  </a:lnTo>
                  <a:lnTo>
                    <a:pt x="4572000" y="109461"/>
                  </a:lnTo>
                  <a:lnTo>
                    <a:pt x="4572000" y="76200"/>
                  </a:lnTo>
                  <a:close/>
                </a:path>
                <a:path w="8686800" h="1506855">
                  <a:moveTo>
                    <a:pt x="5257800" y="177800"/>
                  </a:moveTo>
                  <a:lnTo>
                    <a:pt x="4800600" y="177800"/>
                  </a:lnTo>
                  <a:lnTo>
                    <a:pt x="4800600" y="1506816"/>
                  </a:lnTo>
                  <a:lnTo>
                    <a:pt x="5257800" y="1506816"/>
                  </a:lnTo>
                  <a:lnTo>
                    <a:pt x="5257800" y="177800"/>
                  </a:lnTo>
                  <a:close/>
                </a:path>
                <a:path w="8686800" h="1506855">
                  <a:moveTo>
                    <a:pt x="5943600" y="172974"/>
                  </a:moveTo>
                  <a:lnTo>
                    <a:pt x="5486400" y="172974"/>
                  </a:lnTo>
                  <a:lnTo>
                    <a:pt x="5486400" y="1506816"/>
                  </a:lnTo>
                  <a:lnTo>
                    <a:pt x="5943600" y="1506816"/>
                  </a:lnTo>
                  <a:lnTo>
                    <a:pt x="5943600" y="172974"/>
                  </a:lnTo>
                  <a:close/>
                </a:path>
                <a:path w="8686800" h="1506855">
                  <a:moveTo>
                    <a:pt x="5943600" y="0"/>
                  </a:moveTo>
                  <a:lnTo>
                    <a:pt x="5486400" y="0"/>
                  </a:lnTo>
                  <a:lnTo>
                    <a:pt x="5486400" y="109461"/>
                  </a:lnTo>
                  <a:lnTo>
                    <a:pt x="5943600" y="109461"/>
                  </a:lnTo>
                  <a:lnTo>
                    <a:pt x="5943600" y="0"/>
                  </a:lnTo>
                  <a:close/>
                </a:path>
                <a:path w="8686800" h="1506855">
                  <a:moveTo>
                    <a:pt x="6629400" y="172974"/>
                  </a:moveTo>
                  <a:lnTo>
                    <a:pt x="6184900" y="172974"/>
                  </a:lnTo>
                  <a:lnTo>
                    <a:pt x="6184900" y="1506816"/>
                  </a:lnTo>
                  <a:lnTo>
                    <a:pt x="6629400" y="1506816"/>
                  </a:lnTo>
                  <a:lnTo>
                    <a:pt x="6629400" y="172974"/>
                  </a:lnTo>
                  <a:close/>
                </a:path>
                <a:path w="8686800" h="1506855">
                  <a:moveTo>
                    <a:pt x="6629400" y="88900"/>
                  </a:moveTo>
                  <a:lnTo>
                    <a:pt x="6184900" y="88900"/>
                  </a:lnTo>
                  <a:lnTo>
                    <a:pt x="6184900" y="109461"/>
                  </a:lnTo>
                  <a:lnTo>
                    <a:pt x="6629400" y="109461"/>
                  </a:lnTo>
                  <a:lnTo>
                    <a:pt x="6629400" y="88900"/>
                  </a:lnTo>
                  <a:close/>
                </a:path>
                <a:path w="8686800" h="1506855">
                  <a:moveTo>
                    <a:pt x="7315200" y="292100"/>
                  </a:moveTo>
                  <a:lnTo>
                    <a:pt x="6870700" y="292100"/>
                  </a:lnTo>
                  <a:lnTo>
                    <a:pt x="6870700" y="1506816"/>
                  </a:lnTo>
                  <a:lnTo>
                    <a:pt x="7315200" y="1506816"/>
                  </a:lnTo>
                  <a:lnTo>
                    <a:pt x="7315200" y="292100"/>
                  </a:lnTo>
                  <a:close/>
                </a:path>
                <a:path w="8686800" h="1506855">
                  <a:moveTo>
                    <a:pt x="8001000" y="279400"/>
                  </a:moveTo>
                  <a:lnTo>
                    <a:pt x="7556500" y="279400"/>
                  </a:lnTo>
                  <a:lnTo>
                    <a:pt x="7556500" y="1506816"/>
                  </a:lnTo>
                  <a:lnTo>
                    <a:pt x="8001000" y="1506816"/>
                  </a:lnTo>
                  <a:lnTo>
                    <a:pt x="8001000" y="279400"/>
                  </a:lnTo>
                  <a:close/>
                </a:path>
                <a:path w="8686800" h="1506855">
                  <a:moveTo>
                    <a:pt x="8686800" y="342900"/>
                  </a:moveTo>
                  <a:lnTo>
                    <a:pt x="8242300" y="342900"/>
                  </a:lnTo>
                  <a:lnTo>
                    <a:pt x="8242300" y="1506816"/>
                  </a:lnTo>
                  <a:lnTo>
                    <a:pt x="8686800" y="1506816"/>
                  </a:lnTo>
                  <a:lnTo>
                    <a:pt x="8686800" y="34290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6"/>
            <p:cNvSpPr/>
            <p:nvPr/>
          </p:nvSpPr>
          <p:spPr>
            <a:xfrm>
              <a:off x="2006599" y="1574799"/>
              <a:ext cx="8686800" cy="1506855"/>
            </a:xfrm>
            <a:custGeom>
              <a:avLst/>
              <a:gdLst/>
              <a:ahLst/>
              <a:cxnLst/>
              <a:rect l="l" t="t" r="r" b="b"/>
              <a:pathLst>
                <a:path w="8686800" h="1506855">
                  <a:moveTo>
                    <a:pt x="0" y="177800"/>
                  </a:moveTo>
                  <a:lnTo>
                    <a:pt x="444500" y="177800"/>
                  </a:lnTo>
                  <a:lnTo>
                    <a:pt x="444500" y="1506807"/>
                  </a:lnTo>
                  <a:lnTo>
                    <a:pt x="0" y="1506807"/>
                  </a:lnTo>
                  <a:lnTo>
                    <a:pt x="0" y="177800"/>
                  </a:lnTo>
                  <a:close/>
                </a:path>
                <a:path w="8686800" h="1506855">
                  <a:moveTo>
                    <a:pt x="685800" y="317500"/>
                  </a:moveTo>
                  <a:lnTo>
                    <a:pt x="1130300" y="317500"/>
                  </a:lnTo>
                  <a:lnTo>
                    <a:pt x="1130300" y="1506807"/>
                  </a:lnTo>
                  <a:lnTo>
                    <a:pt x="685800" y="1506807"/>
                  </a:lnTo>
                  <a:lnTo>
                    <a:pt x="685800" y="317500"/>
                  </a:lnTo>
                  <a:close/>
                </a:path>
                <a:path w="8686800" h="1506855">
                  <a:moveTo>
                    <a:pt x="1371600" y="215900"/>
                  </a:moveTo>
                  <a:lnTo>
                    <a:pt x="1816100" y="215900"/>
                  </a:lnTo>
                  <a:lnTo>
                    <a:pt x="1816100" y="1506807"/>
                  </a:lnTo>
                  <a:lnTo>
                    <a:pt x="1371600" y="1506807"/>
                  </a:lnTo>
                  <a:lnTo>
                    <a:pt x="1371600" y="215900"/>
                  </a:lnTo>
                  <a:close/>
                </a:path>
                <a:path w="8686800" h="1506855">
                  <a:moveTo>
                    <a:pt x="2057400" y="88900"/>
                  </a:moveTo>
                  <a:lnTo>
                    <a:pt x="2514600" y="88900"/>
                  </a:lnTo>
                  <a:lnTo>
                    <a:pt x="2514600" y="1506807"/>
                  </a:lnTo>
                  <a:lnTo>
                    <a:pt x="2057400" y="1506807"/>
                  </a:lnTo>
                  <a:lnTo>
                    <a:pt x="2057400" y="88900"/>
                  </a:lnTo>
                  <a:close/>
                </a:path>
                <a:path w="8686800" h="1506855">
                  <a:moveTo>
                    <a:pt x="2743200" y="241300"/>
                  </a:moveTo>
                  <a:lnTo>
                    <a:pt x="3200400" y="241300"/>
                  </a:lnTo>
                  <a:lnTo>
                    <a:pt x="3200400" y="1506807"/>
                  </a:lnTo>
                  <a:lnTo>
                    <a:pt x="2743200" y="1506807"/>
                  </a:lnTo>
                  <a:lnTo>
                    <a:pt x="2743200" y="241300"/>
                  </a:lnTo>
                  <a:close/>
                </a:path>
                <a:path w="8686800" h="1506855">
                  <a:moveTo>
                    <a:pt x="3429000" y="88900"/>
                  </a:moveTo>
                  <a:lnTo>
                    <a:pt x="3886200" y="88900"/>
                  </a:lnTo>
                  <a:lnTo>
                    <a:pt x="3886200" y="1506807"/>
                  </a:lnTo>
                  <a:lnTo>
                    <a:pt x="3429000" y="1506807"/>
                  </a:lnTo>
                  <a:lnTo>
                    <a:pt x="3429000" y="88900"/>
                  </a:lnTo>
                  <a:close/>
                </a:path>
                <a:path w="8686800" h="1506855">
                  <a:moveTo>
                    <a:pt x="4114800" y="76200"/>
                  </a:moveTo>
                  <a:lnTo>
                    <a:pt x="4572000" y="76200"/>
                  </a:lnTo>
                  <a:lnTo>
                    <a:pt x="4572000" y="1506807"/>
                  </a:lnTo>
                  <a:lnTo>
                    <a:pt x="4114800" y="1506807"/>
                  </a:lnTo>
                  <a:lnTo>
                    <a:pt x="4114800" y="76200"/>
                  </a:lnTo>
                  <a:close/>
                </a:path>
                <a:path w="8686800" h="1506855">
                  <a:moveTo>
                    <a:pt x="4800600" y="177800"/>
                  </a:moveTo>
                  <a:lnTo>
                    <a:pt x="5257800" y="177800"/>
                  </a:lnTo>
                  <a:lnTo>
                    <a:pt x="5257800" y="1506807"/>
                  </a:lnTo>
                  <a:lnTo>
                    <a:pt x="4800600" y="1506807"/>
                  </a:lnTo>
                  <a:lnTo>
                    <a:pt x="4800600" y="177800"/>
                  </a:lnTo>
                  <a:close/>
                </a:path>
                <a:path w="8686800" h="1506855">
                  <a:moveTo>
                    <a:pt x="5486400" y="0"/>
                  </a:moveTo>
                  <a:lnTo>
                    <a:pt x="5943600" y="0"/>
                  </a:lnTo>
                  <a:lnTo>
                    <a:pt x="5943600" y="1506807"/>
                  </a:lnTo>
                  <a:lnTo>
                    <a:pt x="5486400" y="1506807"/>
                  </a:lnTo>
                  <a:lnTo>
                    <a:pt x="5486400" y="0"/>
                  </a:lnTo>
                  <a:close/>
                </a:path>
                <a:path w="8686800" h="1506855">
                  <a:moveTo>
                    <a:pt x="6184900" y="88900"/>
                  </a:moveTo>
                  <a:lnTo>
                    <a:pt x="6629400" y="88900"/>
                  </a:lnTo>
                  <a:lnTo>
                    <a:pt x="6629400" y="1506807"/>
                  </a:lnTo>
                  <a:lnTo>
                    <a:pt x="6184900" y="1506807"/>
                  </a:lnTo>
                  <a:lnTo>
                    <a:pt x="6184900" y="88900"/>
                  </a:lnTo>
                  <a:close/>
                </a:path>
                <a:path w="8686800" h="1506855">
                  <a:moveTo>
                    <a:pt x="6870700" y="292100"/>
                  </a:moveTo>
                  <a:lnTo>
                    <a:pt x="7315200" y="292100"/>
                  </a:lnTo>
                  <a:lnTo>
                    <a:pt x="7315200" y="1506807"/>
                  </a:lnTo>
                  <a:lnTo>
                    <a:pt x="6870700" y="1506807"/>
                  </a:lnTo>
                  <a:lnTo>
                    <a:pt x="6870700" y="292100"/>
                  </a:lnTo>
                  <a:close/>
                </a:path>
                <a:path w="8686800" h="1506855">
                  <a:moveTo>
                    <a:pt x="7556500" y="279400"/>
                  </a:moveTo>
                  <a:lnTo>
                    <a:pt x="8001000" y="279400"/>
                  </a:lnTo>
                  <a:lnTo>
                    <a:pt x="8001000" y="1506807"/>
                  </a:lnTo>
                  <a:lnTo>
                    <a:pt x="7556500" y="1506807"/>
                  </a:lnTo>
                  <a:lnTo>
                    <a:pt x="7556500" y="279400"/>
                  </a:lnTo>
                  <a:close/>
                </a:path>
                <a:path w="8686800" h="1506855">
                  <a:moveTo>
                    <a:pt x="8242300" y="342900"/>
                  </a:moveTo>
                  <a:lnTo>
                    <a:pt x="8686800" y="342900"/>
                  </a:lnTo>
                  <a:lnTo>
                    <a:pt x="8686800" y="1506807"/>
                  </a:lnTo>
                  <a:lnTo>
                    <a:pt x="8242300" y="1506807"/>
                  </a:lnTo>
                  <a:lnTo>
                    <a:pt x="8242300" y="342900"/>
                  </a:lnTo>
                  <a:close/>
                </a:path>
              </a:pathLst>
            </a:custGeom>
            <a:ln w="3175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7"/>
            <p:cNvSpPr/>
            <p:nvPr/>
          </p:nvSpPr>
          <p:spPr>
            <a:xfrm>
              <a:off x="1884860" y="3081606"/>
              <a:ext cx="8931910" cy="0"/>
            </a:xfrm>
            <a:custGeom>
              <a:avLst/>
              <a:gdLst/>
              <a:ahLst/>
              <a:cxnLst/>
              <a:rect l="l" t="t" r="r" b="b"/>
              <a:pathLst>
                <a:path w="8931910">
                  <a:moveTo>
                    <a:pt x="0" y="0"/>
                  </a:moveTo>
                  <a:lnTo>
                    <a:pt x="8931306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8"/>
            <p:cNvSpPr/>
            <p:nvPr/>
          </p:nvSpPr>
          <p:spPr>
            <a:xfrm>
              <a:off x="2228372" y="1716011"/>
              <a:ext cx="8244840" cy="0"/>
            </a:xfrm>
            <a:custGeom>
              <a:avLst/>
              <a:gdLst/>
              <a:ahLst/>
              <a:cxnLst/>
              <a:rect l="l" t="t" r="r" b="b"/>
              <a:pathLst>
                <a:path w="8244840">
                  <a:moveTo>
                    <a:pt x="0" y="0"/>
                  </a:moveTo>
                  <a:lnTo>
                    <a:pt x="0" y="0"/>
                  </a:lnTo>
                  <a:lnTo>
                    <a:pt x="7563327" y="0"/>
                  </a:lnTo>
                  <a:lnTo>
                    <a:pt x="8244282" y="0"/>
                  </a:lnTo>
                </a:path>
              </a:pathLst>
            </a:custGeom>
            <a:ln w="635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9"/>
          <p:cNvSpPr txBox="1"/>
          <p:nvPr/>
        </p:nvSpPr>
        <p:spPr>
          <a:xfrm>
            <a:off x="908050" y="1480820"/>
            <a:ext cx="702945" cy="175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890" algn="r">
              <a:lnSpc>
                <a:spcPts val="2785"/>
              </a:lnSpc>
              <a:spcBef>
                <a:spcPts val="10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ts val="2690"/>
              </a:lnSpc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75%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ts val="2690"/>
              </a:lnSpc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ts val="2690"/>
              </a:lnSpc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ts val="2785"/>
              </a:lnSpc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0%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10"/>
          <p:cNvSpPr txBox="1"/>
          <p:nvPr/>
        </p:nvSpPr>
        <p:spPr>
          <a:xfrm>
            <a:off x="891539" y="990635"/>
            <a:ext cx="98831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95"/>
              </a:spcBef>
              <a:tabLst>
                <a:tab pos="1747520" algn="l"/>
                <a:tab pos="2434590" algn="l"/>
                <a:tab pos="8617585" algn="l"/>
                <a:tab pos="9304655" algn="l"/>
              </a:tabLst>
            </a:pPr>
            <a:r>
              <a:rPr sz="3600" spc="-37" baseline="-16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97%</a:t>
            </a:r>
            <a:r>
              <a:rPr sz="3600" baseline="-16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4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87%</a:t>
            </a:r>
            <a:r>
              <a:rPr sz="3600" baseline="-4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baseline="-23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95%</a:t>
            </a:r>
            <a:r>
              <a:rPr sz="3600" spc="179" baseline="-23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104%</a:t>
            </a:r>
            <a:r>
              <a:rPr sz="2400" spc="1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aseline="-28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92%</a:t>
            </a:r>
            <a:r>
              <a:rPr sz="3600" spc="187" baseline="-28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104%</a:t>
            </a:r>
            <a:r>
              <a:rPr sz="3600" baseline="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104%</a:t>
            </a:r>
            <a:r>
              <a:rPr sz="3600" spc="179" baseline="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aseline="-16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97%</a:t>
            </a:r>
            <a:r>
              <a:rPr sz="3600" spc="187" baseline="-16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aseline="3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110%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104%</a:t>
            </a:r>
            <a:r>
              <a:rPr sz="2400" spc="1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spc="-37" baseline="-37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89%</a:t>
            </a:r>
            <a:r>
              <a:rPr sz="3600" baseline="-37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35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90%</a:t>
            </a:r>
            <a:r>
              <a:rPr sz="3600" baseline="-35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47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85%</a:t>
            </a:r>
            <a:endParaRPr sz="3600" baseline="-470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6" name="object 11"/>
          <p:cNvGrpSpPr/>
          <p:nvPr/>
        </p:nvGrpSpPr>
        <p:grpSpPr>
          <a:xfrm>
            <a:off x="1884860" y="4244884"/>
            <a:ext cx="8931910" cy="1852930"/>
            <a:chOff x="1884860" y="4244884"/>
            <a:chExt cx="8931910" cy="1852930"/>
          </a:xfrm>
        </p:grpSpPr>
        <p:sp>
          <p:nvSpPr>
            <p:cNvPr id="47" name="object 12"/>
            <p:cNvSpPr/>
            <p:nvPr/>
          </p:nvSpPr>
          <p:spPr>
            <a:xfrm>
              <a:off x="1884860" y="4276634"/>
              <a:ext cx="8931910" cy="1350010"/>
            </a:xfrm>
            <a:custGeom>
              <a:avLst/>
              <a:gdLst/>
              <a:ahLst/>
              <a:cxnLst/>
              <a:rect l="l" t="t" r="r" b="b"/>
              <a:pathLst>
                <a:path w="8931910" h="1350010">
                  <a:moveTo>
                    <a:pt x="8808539" y="1349465"/>
                  </a:moveTo>
                  <a:lnTo>
                    <a:pt x="8931306" y="1349465"/>
                  </a:lnTo>
                </a:path>
                <a:path w="8931910" h="1350010">
                  <a:moveTo>
                    <a:pt x="8122739" y="1349465"/>
                  </a:moveTo>
                  <a:lnTo>
                    <a:pt x="8364039" y="1349465"/>
                  </a:lnTo>
                </a:path>
                <a:path w="8931910" h="1350010">
                  <a:moveTo>
                    <a:pt x="4693739" y="1349465"/>
                  </a:moveTo>
                  <a:lnTo>
                    <a:pt x="4922339" y="1349465"/>
                  </a:lnTo>
                </a:path>
                <a:path w="8931910" h="1350010">
                  <a:moveTo>
                    <a:pt x="4007939" y="1349465"/>
                  </a:moveTo>
                  <a:lnTo>
                    <a:pt x="4236539" y="1349465"/>
                  </a:lnTo>
                </a:path>
                <a:path w="8931910" h="1350010">
                  <a:moveTo>
                    <a:pt x="566239" y="1349465"/>
                  </a:moveTo>
                  <a:lnTo>
                    <a:pt x="807539" y="1349465"/>
                  </a:lnTo>
                </a:path>
                <a:path w="8931910" h="1350010">
                  <a:moveTo>
                    <a:pt x="1252039" y="1349465"/>
                  </a:moveTo>
                  <a:lnTo>
                    <a:pt x="1493339" y="1349465"/>
                  </a:lnTo>
                </a:path>
                <a:path w="8931910" h="1350010">
                  <a:moveTo>
                    <a:pt x="3322139" y="1349465"/>
                  </a:moveTo>
                  <a:lnTo>
                    <a:pt x="3550739" y="1349465"/>
                  </a:lnTo>
                </a:path>
                <a:path w="8931910" h="1350010">
                  <a:moveTo>
                    <a:pt x="7436939" y="1349465"/>
                  </a:moveTo>
                  <a:lnTo>
                    <a:pt x="7678239" y="1349465"/>
                  </a:lnTo>
                </a:path>
                <a:path w="8931910" h="1350010">
                  <a:moveTo>
                    <a:pt x="1937839" y="1349465"/>
                  </a:moveTo>
                  <a:lnTo>
                    <a:pt x="2179139" y="1349465"/>
                  </a:lnTo>
                </a:path>
                <a:path w="8931910" h="1350010">
                  <a:moveTo>
                    <a:pt x="6751139" y="1349465"/>
                  </a:moveTo>
                  <a:lnTo>
                    <a:pt x="6992439" y="1349465"/>
                  </a:lnTo>
                </a:path>
                <a:path w="8931910" h="1350010">
                  <a:moveTo>
                    <a:pt x="0" y="1349465"/>
                  </a:moveTo>
                  <a:lnTo>
                    <a:pt x="121739" y="1349465"/>
                  </a:lnTo>
                </a:path>
                <a:path w="8931910" h="1350010">
                  <a:moveTo>
                    <a:pt x="5379539" y="1349465"/>
                  </a:moveTo>
                  <a:lnTo>
                    <a:pt x="5608139" y="1349465"/>
                  </a:lnTo>
                </a:path>
                <a:path w="8931910" h="1350010">
                  <a:moveTo>
                    <a:pt x="2636339" y="1349465"/>
                  </a:moveTo>
                  <a:lnTo>
                    <a:pt x="2864939" y="1349465"/>
                  </a:lnTo>
                </a:path>
                <a:path w="8931910" h="1350010">
                  <a:moveTo>
                    <a:pt x="6065339" y="1349465"/>
                  </a:moveTo>
                  <a:lnTo>
                    <a:pt x="6306639" y="1349465"/>
                  </a:lnTo>
                </a:path>
                <a:path w="8931910" h="1350010">
                  <a:moveTo>
                    <a:pt x="1252039" y="904965"/>
                  </a:moveTo>
                  <a:lnTo>
                    <a:pt x="1493339" y="904965"/>
                  </a:lnTo>
                </a:path>
                <a:path w="8931910" h="1350010">
                  <a:moveTo>
                    <a:pt x="0" y="904965"/>
                  </a:moveTo>
                  <a:lnTo>
                    <a:pt x="121739" y="904965"/>
                  </a:lnTo>
                </a:path>
                <a:path w="8931910" h="1350010">
                  <a:moveTo>
                    <a:pt x="8808539" y="904965"/>
                  </a:moveTo>
                  <a:lnTo>
                    <a:pt x="8931306" y="904965"/>
                  </a:lnTo>
                </a:path>
                <a:path w="8931910" h="1350010">
                  <a:moveTo>
                    <a:pt x="6065339" y="904965"/>
                  </a:moveTo>
                  <a:lnTo>
                    <a:pt x="6306639" y="904965"/>
                  </a:lnTo>
                </a:path>
                <a:path w="8931910" h="1350010">
                  <a:moveTo>
                    <a:pt x="4693739" y="904965"/>
                  </a:moveTo>
                  <a:lnTo>
                    <a:pt x="4922339" y="904965"/>
                  </a:lnTo>
                </a:path>
                <a:path w="8931910" h="1350010">
                  <a:moveTo>
                    <a:pt x="4007939" y="904965"/>
                  </a:moveTo>
                  <a:lnTo>
                    <a:pt x="4236539" y="904965"/>
                  </a:lnTo>
                </a:path>
                <a:path w="8931910" h="1350010">
                  <a:moveTo>
                    <a:pt x="7436939" y="904965"/>
                  </a:moveTo>
                  <a:lnTo>
                    <a:pt x="7678239" y="904965"/>
                  </a:lnTo>
                </a:path>
                <a:path w="8931910" h="1350010">
                  <a:moveTo>
                    <a:pt x="566239" y="904965"/>
                  </a:moveTo>
                  <a:lnTo>
                    <a:pt x="807539" y="904965"/>
                  </a:lnTo>
                </a:path>
                <a:path w="8931910" h="1350010">
                  <a:moveTo>
                    <a:pt x="3322139" y="904965"/>
                  </a:moveTo>
                  <a:lnTo>
                    <a:pt x="3550739" y="904965"/>
                  </a:lnTo>
                </a:path>
                <a:path w="8931910" h="1350010">
                  <a:moveTo>
                    <a:pt x="5379539" y="904965"/>
                  </a:moveTo>
                  <a:lnTo>
                    <a:pt x="5608139" y="904965"/>
                  </a:lnTo>
                </a:path>
                <a:path w="8931910" h="1350010">
                  <a:moveTo>
                    <a:pt x="8122739" y="904965"/>
                  </a:moveTo>
                  <a:lnTo>
                    <a:pt x="8364039" y="904965"/>
                  </a:lnTo>
                </a:path>
                <a:path w="8931910" h="1350010">
                  <a:moveTo>
                    <a:pt x="1937839" y="904965"/>
                  </a:moveTo>
                  <a:lnTo>
                    <a:pt x="2179139" y="904965"/>
                  </a:lnTo>
                </a:path>
                <a:path w="8931910" h="1350010">
                  <a:moveTo>
                    <a:pt x="6751139" y="904965"/>
                  </a:moveTo>
                  <a:lnTo>
                    <a:pt x="6992439" y="904965"/>
                  </a:lnTo>
                </a:path>
                <a:path w="8931910" h="1350010">
                  <a:moveTo>
                    <a:pt x="2636339" y="904965"/>
                  </a:moveTo>
                  <a:lnTo>
                    <a:pt x="2864939" y="904965"/>
                  </a:lnTo>
                </a:path>
                <a:path w="8931910" h="1350010">
                  <a:moveTo>
                    <a:pt x="7436939" y="447765"/>
                  </a:moveTo>
                  <a:lnTo>
                    <a:pt x="7678239" y="447765"/>
                  </a:lnTo>
                </a:path>
                <a:path w="8931910" h="1350010">
                  <a:moveTo>
                    <a:pt x="566239" y="447765"/>
                  </a:moveTo>
                  <a:lnTo>
                    <a:pt x="807539" y="447765"/>
                  </a:lnTo>
                </a:path>
                <a:path w="8931910" h="1350010">
                  <a:moveTo>
                    <a:pt x="6751139" y="447765"/>
                  </a:moveTo>
                  <a:lnTo>
                    <a:pt x="6992439" y="447765"/>
                  </a:lnTo>
                </a:path>
                <a:path w="8931910" h="1350010">
                  <a:moveTo>
                    <a:pt x="5379539" y="447765"/>
                  </a:moveTo>
                  <a:lnTo>
                    <a:pt x="5608139" y="447765"/>
                  </a:lnTo>
                </a:path>
                <a:path w="8931910" h="1350010">
                  <a:moveTo>
                    <a:pt x="0" y="447765"/>
                  </a:moveTo>
                  <a:lnTo>
                    <a:pt x="121739" y="447765"/>
                  </a:lnTo>
                </a:path>
                <a:path w="8931910" h="1350010">
                  <a:moveTo>
                    <a:pt x="1937839" y="447765"/>
                  </a:moveTo>
                  <a:lnTo>
                    <a:pt x="2179139" y="447765"/>
                  </a:lnTo>
                </a:path>
                <a:path w="8931910" h="1350010">
                  <a:moveTo>
                    <a:pt x="1252039" y="447765"/>
                  </a:moveTo>
                  <a:lnTo>
                    <a:pt x="1493339" y="447765"/>
                  </a:lnTo>
                </a:path>
                <a:path w="8931910" h="1350010">
                  <a:moveTo>
                    <a:pt x="6065339" y="447765"/>
                  </a:moveTo>
                  <a:lnTo>
                    <a:pt x="6306639" y="447765"/>
                  </a:lnTo>
                </a:path>
                <a:path w="8931910" h="1350010">
                  <a:moveTo>
                    <a:pt x="4693739" y="447765"/>
                  </a:moveTo>
                  <a:lnTo>
                    <a:pt x="4922339" y="447765"/>
                  </a:lnTo>
                </a:path>
                <a:path w="8931910" h="1350010">
                  <a:moveTo>
                    <a:pt x="4007939" y="447765"/>
                  </a:moveTo>
                  <a:lnTo>
                    <a:pt x="4236539" y="447765"/>
                  </a:lnTo>
                </a:path>
                <a:path w="8931910" h="1350010">
                  <a:moveTo>
                    <a:pt x="2636339" y="447765"/>
                  </a:moveTo>
                  <a:lnTo>
                    <a:pt x="2864939" y="447765"/>
                  </a:lnTo>
                </a:path>
                <a:path w="8931910" h="1350010">
                  <a:moveTo>
                    <a:pt x="8122739" y="447765"/>
                  </a:moveTo>
                  <a:lnTo>
                    <a:pt x="8364039" y="447765"/>
                  </a:lnTo>
                </a:path>
                <a:path w="8931910" h="1350010">
                  <a:moveTo>
                    <a:pt x="8808539" y="447765"/>
                  </a:moveTo>
                  <a:lnTo>
                    <a:pt x="8931306" y="447765"/>
                  </a:lnTo>
                </a:path>
                <a:path w="8931910" h="1350010">
                  <a:moveTo>
                    <a:pt x="3322139" y="447765"/>
                  </a:moveTo>
                  <a:lnTo>
                    <a:pt x="3550739" y="447765"/>
                  </a:lnTo>
                </a:path>
                <a:path w="8931910" h="1350010">
                  <a:moveTo>
                    <a:pt x="8587794" y="0"/>
                  </a:moveTo>
                  <a:lnTo>
                    <a:pt x="893130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13"/>
            <p:cNvSpPr/>
            <p:nvPr/>
          </p:nvSpPr>
          <p:spPr>
            <a:xfrm>
              <a:off x="2006600" y="4308385"/>
              <a:ext cx="8686800" cy="1773555"/>
            </a:xfrm>
            <a:custGeom>
              <a:avLst/>
              <a:gdLst/>
              <a:ahLst/>
              <a:cxnLst/>
              <a:rect l="l" t="t" r="r" b="b"/>
              <a:pathLst>
                <a:path w="8686800" h="1773554">
                  <a:moveTo>
                    <a:pt x="444500" y="47713"/>
                  </a:moveTo>
                  <a:lnTo>
                    <a:pt x="0" y="47713"/>
                  </a:lnTo>
                  <a:lnTo>
                    <a:pt x="0" y="1773504"/>
                  </a:lnTo>
                  <a:lnTo>
                    <a:pt x="444500" y="1773504"/>
                  </a:lnTo>
                  <a:lnTo>
                    <a:pt x="444500" y="47713"/>
                  </a:lnTo>
                  <a:close/>
                </a:path>
                <a:path w="8686800" h="1773554">
                  <a:moveTo>
                    <a:pt x="1130300" y="225513"/>
                  </a:moveTo>
                  <a:lnTo>
                    <a:pt x="685800" y="225513"/>
                  </a:lnTo>
                  <a:lnTo>
                    <a:pt x="685800" y="1773504"/>
                  </a:lnTo>
                  <a:lnTo>
                    <a:pt x="1130300" y="1773504"/>
                  </a:lnTo>
                  <a:lnTo>
                    <a:pt x="1130300" y="225513"/>
                  </a:lnTo>
                  <a:close/>
                </a:path>
                <a:path w="8686800" h="1773554">
                  <a:moveTo>
                    <a:pt x="1816100" y="162013"/>
                  </a:moveTo>
                  <a:lnTo>
                    <a:pt x="1371600" y="162013"/>
                  </a:lnTo>
                  <a:lnTo>
                    <a:pt x="1371600" y="1773504"/>
                  </a:lnTo>
                  <a:lnTo>
                    <a:pt x="1816100" y="1773504"/>
                  </a:lnTo>
                  <a:lnTo>
                    <a:pt x="1816100" y="162013"/>
                  </a:lnTo>
                  <a:close/>
                </a:path>
                <a:path w="8686800" h="1773554">
                  <a:moveTo>
                    <a:pt x="2514600" y="314413"/>
                  </a:moveTo>
                  <a:lnTo>
                    <a:pt x="2057400" y="314413"/>
                  </a:lnTo>
                  <a:lnTo>
                    <a:pt x="2057400" y="1773504"/>
                  </a:lnTo>
                  <a:lnTo>
                    <a:pt x="2514600" y="1773504"/>
                  </a:lnTo>
                  <a:lnTo>
                    <a:pt x="2514600" y="314413"/>
                  </a:lnTo>
                  <a:close/>
                </a:path>
                <a:path w="8686800" h="1773554">
                  <a:moveTo>
                    <a:pt x="3200400" y="98513"/>
                  </a:moveTo>
                  <a:lnTo>
                    <a:pt x="2743200" y="98513"/>
                  </a:lnTo>
                  <a:lnTo>
                    <a:pt x="2743200" y="1773504"/>
                  </a:lnTo>
                  <a:lnTo>
                    <a:pt x="3200400" y="1773504"/>
                  </a:lnTo>
                  <a:lnTo>
                    <a:pt x="3200400" y="98513"/>
                  </a:lnTo>
                  <a:close/>
                </a:path>
                <a:path w="8686800" h="1773554">
                  <a:moveTo>
                    <a:pt x="3886200" y="162013"/>
                  </a:moveTo>
                  <a:lnTo>
                    <a:pt x="3429000" y="162013"/>
                  </a:lnTo>
                  <a:lnTo>
                    <a:pt x="3429000" y="1773504"/>
                  </a:lnTo>
                  <a:lnTo>
                    <a:pt x="3886200" y="1773504"/>
                  </a:lnTo>
                  <a:lnTo>
                    <a:pt x="3886200" y="162013"/>
                  </a:lnTo>
                  <a:close/>
                </a:path>
                <a:path w="8686800" h="1773554">
                  <a:moveTo>
                    <a:pt x="4572000" y="238213"/>
                  </a:moveTo>
                  <a:lnTo>
                    <a:pt x="4114800" y="238213"/>
                  </a:lnTo>
                  <a:lnTo>
                    <a:pt x="4114800" y="1773504"/>
                  </a:lnTo>
                  <a:lnTo>
                    <a:pt x="4572000" y="1773504"/>
                  </a:lnTo>
                  <a:lnTo>
                    <a:pt x="4572000" y="238213"/>
                  </a:lnTo>
                  <a:close/>
                </a:path>
                <a:path w="8686800" h="1773554">
                  <a:moveTo>
                    <a:pt x="5257800" y="0"/>
                  </a:moveTo>
                  <a:lnTo>
                    <a:pt x="4800600" y="0"/>
                  </a:lnTo>
                  <a:lnTo>
                    <a:pt x="4800600" y="1773504"/>
                  </a:lnTo>
                  <a:lnTo>
                    <a:pt x="5257800" y="1773504"/>
                  </a:lnTo>
                  <a:lnTo>
                    <a:pt x="5257800" y="0"/>
                  </a:lnTo>
                  <a:close/>
                </a:path>
                <a:path w="8686800" h="1773554">
                  <a:moveTo>
                    <a:pt x="5943600" y="377913"/>
                  </a:moveTo>
                  <a:lnTo>
                    <a:pt x="5486400" y="377913"/>
                  </a:lnTo>
                  <a:lnTo>
                    <a:pt x="5486400" y="1773504"/>
                  </a:lnTo>
                  <a:lnTo>
                    <a:pt x="5943600" y="1773504"/>
                  </a:lnTo>
                  <a:lnTo>
                    <a:pt x="5943600" y="377913"/>
                  </a:lnTo>
                  <a:close/>
                </a:path>
                <a:path w="8686800" h="1773554">
                  <a:moveTo>
                    <a:pt x="6629400" y="60413"/>
                  </a:moveTo>
                  <a:lnTo>
                    <a:pt x="6184900" y="60413"/>
                  </a:lnTo>
                  <a:lnTo>
                    <a:pt x="6184900" y="1773504"/>
                  </a:lnTo>
                  <a:lnTo>
                    <a:pt x="6629400" y="1773504"/>
                  </a:lnTo>
                  <a:lnTo>
                    <a:pt x="6629400" y="60413"/>
                  </a:lnTo>
                  <a:close/>
                </a:path>
                <a:path w="8686800" h="1773554">
                  <a:moveTo>
                    <a:pt x="7315200" y="314413"/>
                  </a:moveTo>
                  <a:lnTo>
                    <a:pt x="6870700" y="314413"/>
                  </a:lnTo>
                  <a:lnTo>
                    <a:pt x="6870700" y="1773504"/>
                  </a:lnTo>
                  <a:lnTo>
                    <a:pt x="7315200" y="1773504"/>
                  </a:lnTo>
                  <a:lnTo>
                    <a:pt x="7315200" y="314413"/>
                  </a:lnTo>
                  <a:close/>
                </a:path>
                <a:path w="8686800" h="1773554">
                  <a:moveTo>
                    <a:pt x="8001000" y="0"/>
                  </a:moveTo>
                  <a:lnTo>
                    <a:pt x="7556500" y="0"/>
                  </a:lnTo>
                  <a:lnTo>
                    <a:pt x="7556500" y="1773504"/>
                  </a:lnTo>
                  <a:lnTo>
                    <a:pt x="8001000" y="1773504"/>
                  </a:lnTo>
                  <a:lnTo>
                    <a:pt x="8001000" y="0"/>
                  </a:lnTo>
                  <a:close/>
                </a:path>
                <a:path w="8686800" h="1773554">
                  <a:moveTo>
                    <a:pt x="8686800" y="212813"/>
                  </a:moveTo>
                  <a:lnTo>
                    <a:pt x="8242300" y="212813"/>
                  </a:lnTo>
                  <a:lnTo>
                    <a:pt x="8242300" y="1773504"/>
                  </a:lnTo>
                  <a:lnTo>
                    <a:pt x="8686800" y="1773504"/>
                  </a:lnTo>
                  <a:lnTo>
                    <a:pt x="8686800" y="212813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14"/>
            <p:cNvSpPr/>
            <p:nvPr/>
          </p:nvSpPr>
          <p:spPr>
            <a:xfrm>
              <a:off x="2006599" y="4267200"/>
              <a:ext cx="8686800" cy="1814830"/>
            </a:xfrm>
            <a:custGeom>
              <a:avLst/>
              <a:gdLst/>
              <a:ahLst/>
              <a:cxnLst/>
              <a:rect l="l" t="t" r="r" b="b"/>
              <a:pathLst>
                <a:path w="8686800" h="1814829">
                  <a:moveTo>
                    <a:pt x="0" y="88900"/>
                  </a:moveTo>
                  <a:lnTo>
                    <a:pt x="444500" y="88900"/>
                  </a:lnTo>
                  <a:lnTo>
                    <a:pt x="444500" y="1814678"/>
                  </a:lnTo>
                  <a:lnTo>
                    <a:pt x="0" y="1814678"/>
                  </a:lnTo>
                  <a:lnTo>
                    <a:pt x="0" y="88900"/>
                  </a:lnTo>
                  <a:close/>
                </a:path>
                <a:path w="8686800" h="1814829">
                  <a:moveTo>
                    <a:pt x="685800" y="266700"/>
                  </a:moveTo>
                  <a:lnTo>
                    <a:pt x="1130300" y="266700"/>
                  </a:lnTo>
                  <a:lnTo>
                    <a:pt x="1130300" y="1814678"/>
                  </a:lnTo>
                  <a:lnTo>
                    <a:pt x="685800" y="1814678"/>
                  </a:lnTo>
                  <a:lnTo>
                    <a:pt x="685800" y="266700"/>
                  </a:lnTo>
                  <a:close/>
                </a:path>
                <a:path w="8686800" h="1814829">
                  <a:moveTo>
                    <a:pt x="1371600" y="203200"/>
                  </a:moveTo>
                  <a:lnTo>
                    <a:pt x="1816100" y="203200"/>
                  </a:lnTo>
                  <a:lnTo>
                    <a:pt x="1816100" y="1814678"/>
                  </a:lnTo>
                  <a:lnTo>
                    <a:pt x="1371600" y="1814678"/>
                  </a:lnTo>
                  <a:lnTo>
                    <a:pt x="1371600" y="203200"/>
                  </a:lnTo>
                  <a:close/>
                </a:path>
                <a:path w="8686800" h="1814829">
                  <a:moveTo>
                    <a:pt x="2057400" y="355600"/>
                  </a:moveTo>
                  <a:lnTo>
                    <a:pt x="2514600" y="355600"/>
                  </a:lnTo>
                  <a:lnTo>
                    <a:pt x="2514600" y="1814678"/>
                  </a:lnTo>
                  <a:lnTo>
                    <a:pt x="2057400" y="1814678"/>
                  </a:lnTo>
                  <a:lnTo>
                    <a:pt x="2057400" y="355600"/>
                  </a:lnTo>
                  <a:close/>
                </a:path>
                <a:path w="8686800" h="1814829">
                  <a:moveTo>
                    <a:pt x="2743200" y="139700"/>
                  </a:moveTo>
                  <a:lnTo>
                    <a:pt x="3200400" y="139700"/>
                  </a:lnTo>
                  <a:lnTo>
                    <a:pt x="3200400" y="1814678"/>
                  </a:lnTo>
                  <a:lnTo>
                    <a:pt x="2743200" y="1814678"/>
                  </a:lnTo>
                  <a:lnTo>
                    <a:pt x="2743200" y="139700"/>
                  </a:lnTo>
                  <a:close/>
                </a:path>
                <a:path w="8686800" h="1814829">
                  <a:moveTo>
                    <a:pt x="3429000" y="203200"/>
                  </a:moveTo>
                  <a:lnTo>
                    <a:pt x="3886200" y="203200"/>
                  </a:lnTo>
                  <a:lnTo>
                    <a:pt x="3886200" y="1814678"/>
                  </a:lnTo>
                  <a:lnTo>
                    <a:pt x="3429000" y="1814678"/>
                  </a:lnTo>
                  <a:lnTo>
                    <a:pt x="3429000" y="203200"/>
                  </a:lnTo>
                  <a:close/>
                </a:path>
                <a:path w="8686800" h="1814829">
                  <a:moveTo>
                    <a:pt x="4114800" y="279400"/>
                  </a:moveTo>
                  <a:lnTo>
                    <a:pt x="4572000" y="279400"/>
                  </a:lnTo>
                  <a:lnTo>
                    <a:pt x="4572000" y="1814678"/>
                  </a:lnTo>
                  <a:lnTo>
                    <a:pt x="4114800" y="1814678"/>
                  </a:lnTo>
                  <a:lnTo>
                    <a:pt x="4114800" y="279400"/>
                  </a:lnTo>
                  <a:close/>
                </a:path>
                <a:path w="8686800" h="1814829">
                  <a:moveTo>
                    <a:pt x="4800600" y="0"/>
                  </a:moveTo>
                  <a:lnTo>
                    <a:pt x="5257800" y="0"/>
                  </a:lnTo>
                  <a:lnTo>
                    <a:pt x="5257800" y="1814678"/>
                  </a:lnTo>
                  <a:lnTo>
                    <a:pt x="4800600" y="1814678"/>
                  </a:lnTo>
                  <a:lnTo>
                    <a:pt x="4800600" y="0"/>
                  </a:lnTo>
                  <a:close/>
                </a:path>
                <a:path w="8686800" h="1814829">
                  <a:moveTo>
                    <a:pt x="5486400" y="419100"/>
                  </a:moveTo>
                  <a:lnTo>
                    <a:pt x="5943600" y="419100"/>
                  </a:lnTo>
                  <a:lnTo>
                    <a:pt x="5943600" y="1814678"/>
                  </a:lnTo>
                  <a:lnTo>
                    <a:pt x="5486400" y="1814678"/>
                  </a:lnTo>
                  <a:lnTo>
                    <a:pt x="5486400" y="419100"/>
                  </a:lnTo>
                  <a:close/>
                </a:path>
                <a:path w="8686800" h="1814829">
                  <a:moveTo>
                    <a:pt x="6184900" y="101600"/>
                  </a:moveTo>
                  <a:lnTo>
                    <a:pt x="6629400" y="101600"/>
                  </a:lnTo>
                  <a:lnTo>
                    <a:pt x="6629400" y="1814678"/>
                  </a:lnTo>
                  <a:lnTo>
                    <a:pt x="6184900" y="1814678"/>
                  </a:lnTo>
                  <a:lnTo>
                    <a:pt x="6184900" y="101600"/>
                  </a:lnTo>
                  <a:close/>
                </a:path>
                <a:path w="8686800" h="1814829">
                  <a:moveTo>
                    <a:pt x="6870700" y="355600"/>
                  </a:moveTo>
                  <a:lnTo>
                    <a:pt x="7315200" y="355600"/>
                  </a:lnTo>
                  <a:lnTo>
                    <a:pt x="7315200" y="1814678"/>
                  </a:lnTo>
                  <a:lnTo>
                    <a:pt x="6870700" y="1814678"/>
                  </a:lnTo>
                  <a:lnTo>
                    <a:pt x="6870700" y="355600"/>
                  </a:lnTo>
                  <a:close/>
                </a:path>
                <a:path w="8686800" h="1814829">
                  <a:moveTo>
                    <a:pt x="7556500" y="25400"/>
                  </a:moveTo>
                  <a:lnTo>
                    <a:pt x="8001000" y="25400"/>
                  </a:lnTo>
                  <a:lnTo>
                    <a:pt x="8001000" y="1814678"/>
                  </a:lnTo>
                  <a:lnTo>
                    <a:pt x="7556500" y="1814678"/>
                  </a:lnTo>
                  <a:lnTo>
                    <a:pt x="7556500" y="25400"/>
                  </a:lnTo>
                  <a:close/>
                </a:path>
                <a:path w="8686800" h="1814829">
                  <a:moveTo>
                    <a:pt x="8242300" y="254000"/>
                  </a:moveTo>
                  <a:lnTo>
                    <a:pt x="8686800" y="254000"/>
                  </a:lnTo>
                  <a:lnTo>
                    <a:pt x="8686800" y="1814678"/>
                  </a:lnTo>
                  <a:lnTo>
                    <a:pt x="8242300" y="1814678"/>
                  </a:lnTo>
                  <a:lnTo>
                    <a:pt x="8242300" y="254000"/>
                  </a:lnTo>
                  <a:close/>
                </a:path>
              </a:pathLst>
            </a:custGeom>
            <a:ln w="3175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15"/>
            <p:cNvSpPr/>
            <p:nvPr/>
          </p:nvSpPr>
          <p:spPr>
            <a:xfrm>
              <a:off x="1884860" y="6081877"/>
              <a:ext cx="8931910" cy="0"/>
            </a:xfrm>
            <a:custGeom>
              <a:avLst/>
              <a:gdLst/>
              <a:ahLst/>
              <a:cxnLst/>
              <a:rect l="l" t="t" r="r" b="b"/>
              <a:pathLst>
                <a:path w="8931910">
                  <a:moveTo>
                    <a:pt x="0" y="0"/>
                  </a:moveTo>
                  <a:lnTo>
                    <a:pt x="8931306" y="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16"/>
            <p:cNvSpPr/>
            <p:nvPr/>
          </p:nvSpPr>
          <p:spPr>
            <a:xfrm>
              <a:off x="2228372" y="4276634"/>
              <a:ext cx="8244840" cy="0"/>
            </a:xfrm>
            <a:custGeom>
              <a:avLst/>
              <a:gdLst/>
              <a:ahLst/>
              <a:cxnLst/>
              <a:rect l="l" t="t" r="r" b="b"/>
              <a:pathLst>
                <a:path w="8244840">
                  <a:moveTo>
                    <a:pt x="0" y="0"/>
                  </a:moveTo>
                  <a:lnTo>
                    <a:pt x="0" y="0"/>
                  </a:lnTo>
                  <a:lnTo>
                    <a:pt x="7563327" y="0"/>
                  </a:lnTo>
                  <a:lnTo>
                    <a:pt x="8244282" y="0"/>
                  </a:lnTo>
                </a:path>
              </a:pathLst>
            </a:custGeom>
            <a:ln w="635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17"/>
          <p:cNvSpPr txBox="1"/>
          <p:nvPr/>
        </p:nvSpPr>
        <p:spPr>
          <a:xfrm>
            <a:off x="1846760" y="4019804"/>
            <a:ext cx="5570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04545" algn="l"/>
                <a:tab pos="1491615" algn="l"/>
                <a:tab pos="2178685" algn="l"/>
                <a:tab pos="2865755" algn="l"/>
                <a:tab pos="3552825" algn="l"/>
                <a:tab pos="4239895" algn="l"/>
              </a:tabLst>
            </a:pPr>
            <a:r>
              <a:rPr sz="3600" u="sng" spc="44" baseline="21000" dirty="0">
                <a:solidFill>
                  <a:srgbClr val="404040"/>
                </a:solidFill>
                <a:uFill>
                  <a:solidFill>
                    <a:srgbClr val="D9D9D9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3600" u="sng" spc="-37" baseline="21000" dirty="0">
                <a:solidFill>
                  <a:srgbClr val="404040"/>
                </a:solidFill>
                <a:uFill>
                  <a:solidFill>
                    <a:srgbClr val="D9D9D9"/>
                  </a:solidFill>
                </a:uFill>
                <a:latin typeface="Calibri" panose="020F0502020204030204"/>
                <a:cs typeface="Calibri" panose="020F0502020204030204"/>
              </a:rPr>
              <a:t>9</a:t>
            </a:r>
            <a:r>
              <a:rPr sz="3600" spc="-37" baseline="2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5%</a:t>
            </a:r>
            <a:r>
              <a:rPr sz="3600" baseline="2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10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86%</a:t>
            </a:r>
            <a:r>
              <a:rPr sz="3600" baseline="-10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89%</a:t>
            </a:r>
            <a:r>
              <a:rPr sz="3600" baseline="1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28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81%</a:t>
            </a:r>
            <a:r>
              <a:rPr sz="3600" baseline="-28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13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93%</a:t>
            </a:r>
            <a:r>
              <a:rPr sz="3600" baseline="13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89%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baseline="-1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85%</a:t>
            </a:r>
            <a:r>
              <a:rPr sz="3600" spc="165" baseline="-1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spc="-30" baseline="39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101%</a:t>
            </a:r>
            <a:endParaRPr sz="3600" baseline="39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18"/>
          <p:cNvSpPr txBox="1"/>
          <p:nvPr/>
        </p:nvSpPr>
        <p:spPr>
          <a:xfrm>
            <a:off x="7448430" y="4236211"/>
            <a:ext cx="55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77%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19"/>
          <p:cNvSpPr txBox="1"/>
          <p:nvPr/>
        </p:nvSpPr>
        <p:spPr>
          <a:xfrm>
            <a:off x="908050" y="3955795"/>
            <a:ext cx="702945" cy="230447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770"/>
              </a:spcBef>
            </a:pPr>
            <a:r>
              <a:rPr sz="2400" spc="-2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100%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ct val="100000"/>
              </a:lnSpc>
              <a:spcBef>
                <a:spcPts val="67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75%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ct val="100000"/>
              </a:lnSpc>
              <a:spcBef>
                <a:spcPts val="67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50%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6985" algn="r">
              <a:lnSpc>
                <a:spcPct val="100000"/>
              </a:lnSpc>
              <a:spcBef>
                <a:spcPts val="670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25%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675"/>
              </a:spcBef>
            </a:pP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0%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object 20"/>
          <p:cNvSpPr txBox="1"/>
          <p:nvPr/>
        </p:nvSpPr>
        <p:spPr>
          <a:xfrm>
            <a:off x="891539" y="3248659"/>
            <a:ext cx="9921240" cy="97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9205">
              <a:lnSpc>
                <a:spcPts val="2640"/>
              </a:lnSpc>
              <a:spcBef>
                <a:spcPts val="100"/>
              </a:spcBef>
              <a:tabLst>
                <a:tab pos="1946275" algn="l"/>
                <a:tab pos="2633345" algn="l"/>
                <a:tab pos="3320415" algn="l"/>
                <a:tab pos="4007485" algn="l"/>
                <a:tab pos="4694555" algn="l"/>
                <a:tab pos="5381625" algn="l"/>
                <a:tab pos="6068060" algn="l"/>
                <a:tab pos="6755130" algn="l"/>
                <a:tab pos="7365365" algn="l"/>
                <a:tab pos="8051800" algn="l"/>
                <a:tab pos="8739505" algn="l"/>
                <a:tab pos="9425940" algn="l"/>
              </a:tabLst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7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9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11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ts val="2305"/>
              </a:lnSpc>
            </a:pPr>
            <a:r>
              <a:rPr lang="zh-CN" altLang="en-US" sz="2000" spc="-20" dirty="0">
                <a:latin typeface="Calibri" panose="020F0502020204030204"/>
                <a:cs typeface="Calibri" panose="020F0502020204030204"/>
              </a:rPr>
              <a:t>高端手机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R="68580" algn="r">
              <a:lnSpc>
                <a:spcPts val="2545"/>
              </a:lnSpc>
              <a:tabLst>
                <a:tab pos="686435" algn="l"/>
                <a:tab pos="1373505" algn="l"/>
                <a:tab pos="2060575" algn="l"/>
              </a:tabLst>
            </a:pPr>
            <a:r>
              <a:rPr sz="3600" spc="-37" baseline="-1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95%</a:t>
            </a:r>
            <a:r>
              <a:rPr sz="3600" baseline="-14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60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81%</a:t>
            </a:r>
            <a:r>
              <a:rPr sz="3600" baseline="-60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99%</a:t>
            </a:r>
            <a:r>
              <a:rPr sz="24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spc="-37" baseline="-42000" dirty="0">
                <a:solidFill>
                  <a:srgbClr val="404040"/>
                </a:solidFill>
                <a:latin typeface="Calibri" panose="020F0502020204030204"/>
                <a:cs typeface="Calibri" panose="020F0502020204030204"/>
              </a:rPr>
              <a:t>87%</a:t>
            </a:r>
            <a:endParaRPr sz="3600" baseline="-42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21"/>
          <p:cNvSpPr txBox="1"/>
          <p:nvPr/>
        </p:nvSpPr>
        <p:spPr>
          <a:xfrm>
            <a:off x="2138424" y="6250940"/>
            <a:ext cx="8497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9135" algn="l"/>
                <a:tab pos="1386205" algn="l"/>
                <a:tab pos="2073275" algn="l"/>
                <a:tab pos="2760345" algn="l"/>
                <a:tab pos="3447415" algn="l"/>
                <a:tab pos="4134485" algn="l"/>
                <a:tab pos="4821555" algn="l"/>
                <a:tab pos="5508625" algn="l"/>
                <a:tab pos="6118225" algn="l"/>
                <a:tab pos="6805295" algn="l"/>
                <a:tab pos="7492365" algn="l"/>
                <a:tab pos="8178800" algn="l"/>
              </a:tabLst>
            </a:pP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3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5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6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7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5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9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11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12</a:t>
            </a:r>
            <a:r>
              <a:rPr sz="2400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spc="-25" dirty="0">
                <a:solidFill>
                  <a:srgbClr val="595959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7" name="object 22"/>
          <p:cNvSpPr txBox="1"/>
          <p:nvPr/>
        </p:nvSpPr>
        <p:spPr>
          <a:xfrm>
            <a:off x="385782" y="1574344"/>
            <a:ext cx="423193" cy="40411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325"/>
              </a:lnSpc>
            </a:pPr>
            <a:r>
              <a:rPr sz="2800" dirty="0">
                <a:latin typeface="Calibri" panose="020F0502020204030204"/>
                <a:cs typeface="Calibri" panose="020F0502020204030204"/>
              </a:rPr>
              <a:t>Boot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(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相对于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Ext4)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23"/>
          <p:cNvSpPr txBox="1"/>
          <p:nvPr/>
        </p:nvSpPr>
        <p:spPr>
          <a:xfrm>
            <a:off x="10891725" y="2174748"/>
            <a:ext cx="84264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3.2%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24"/>
          <p:cNvSpPr/>
          <p:nvPr/>
        </p:nvSpPr>
        <p:spPr>
          <a:xfrm>
            <a:off x="11666080" y="2254810"/>
            <a:ext cx="523240" cy="455930"/>
          </a:xfrm>
          <a:custGeom>
            <a:avLst/>
            <a:gdLst/>
            <a:ahLst/>
            <a:cxnLst/>
            <a:rect l="l" t="t" r="r" b="b"/>
            <a:pathLst>
              <a:path w="523240" h="455930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3" y="129609"/>
                </a:lnTo>
                <a:lnTo>
                  <a:pt x="279980" y="305587"/>
                </a:lnTo>
                <a:lnTo>
                  <a:pt x="179856" y="335922"/>
                </a:lnTo>
                <a:lnTo>
                  <a:pt x="403500" y="455562"/>
                </a:lnTo>
                <a:lnTo>
                  <a:pt x="422468" y="421523"/>
                </a:lnTo>
                <a:lnTo>
                  <a:pt x="463564" y="344544"/>
                </a:lnTo>
                <a:lnTo>
                  <a:pt x="523140" y="231917"/>
                </a:lnTo>
                <a:lnTo>
                  <a:pt x="430168" y="260085"/>
                </a:lnTo>
                <a:lnTo>
                  <a:pt x="427688" y="254392"/>
                </a:lnTo>
                <a:lnTo>
                  <a:pt x="407263" y="216014"/>
                </a:lnTo>
                <a:lnTo>
                  <a:pt x="364191" y="155184"/>
                </a:lnTo>
                <a:lnTo>
                  <a:pt x="333403" y="121426"/>
                </a:lnTo>
                <a:lnTo>
                  <a:pt x="296042" y="88147"/>
                </a:lnTo>
                <a:lnTo>
                  <a:pt x="251803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25"/>
          <p:cNvSpPr txBox="1"/>
          <p:nvPr/>
        </p:nvSpPr>
        <p:spPr>
          <a:xfrm>
            <a:off x="10856808" y="4774692"/>
            <a:ext cx="10490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B050"/>
                </a:solidFill>
                <a:latin typeface="Calibri" panose="020F0502020204030204"/>
                <a:cs typeface="Calibri" panose="020F0502020204030204"/>
              </a:rPr>
              <a:t>10.9%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" name="object 26"/>
          <p:cNvSpPr/>
          <p:nvPr/>
        </p:nvSpPr>
        <p:spPr>
          <a:xfrm>
            <a:off x="11732762" y="4856208"/>
            <a:ext cx="459740" cy="455930"/>
          </a:xfrm>
          <a:custGeom>
            <a:avLst/>
            <a:gdLst/>
            <a:ahLst/>
            <a:cxnLst/>
            <a:rect l="l" t="t" r="r" b="b"/>
            <a:pathLst>
              <a:path w="459740" h="455929">
                <a:moveTo>
                  <a:pt x="0" y="0"/>
                </a:moveTo>
                <a:lnTo>
                  <a:pt x="30797" y="5004"/>
                </a:lnTo>
                <a:lnTo>
                  <a:pt x="105457" y="38811"/>
                </a:lnTo>
                <a:lnTo>
                  <a:pt x="197383" y="129609"/>
                </a:lnTo>
                <a:lnTo>
                  <a:pt x="279980" y="305587"/>
                </a:lnTo>
                <a:lnTo>
                  <a:pt x="179854" y="335921"/>
                </a:lnTo>
                <a:lnTo>
                  <a:pt x="403500" y="455562"/>
                </a:lnTo>
                <a:lnTo>
                  <a:pt x="422468" y="421523"/>
                </a:lnTo>
                <a:lnTo>
                  <a:pt x="459237" y="352650"/>
                </a:lnTo>
                <a:lnTo>
                  <a:pt x="459237" y="251277"/>
                </a:lnTo>
                <a:lnTo>
                  <a:pt x="430168" y="260084"/>
                </a:lnTo>
                <a:lnTo>
                  <a:pt x="427688" y="254391"/>
                </a:lnTo>
                <a:lnTo>
                  <a:pt x="407263" y="216014"/>
                </a:lnTo>
                <a:lnTo>
                  <a:pt x="364191" y="155184"/>
                </a:lnTo>
                <a:lnTo>
                  <a:pt x="333403" y="121426"/>
                </a:lnTo>
                <a:lnTo>
                  <a:pt x="296042" y="88147"/>
                </a:lnTo>
                <a:lnTo>
                  <a:pt x="251803" y="57376"/>
                </a:lnTo>
                <a:lnTo>
                  <a:pt x="200384" y="31146"/>
                </a:lnTo>
                <a:lnTo>
                  <a:pt x="141479" y="11486"/>
                </a:lnTo>
                <a:lnTo>
                  <a:pt x="74786" y="427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27"/>
          <p:cNvSpPr txBox="1"/>
          <p:nvPr/>
        </p:nvSpPr>
        <p:spPr>
          <a:xfrm>
            <a:off x="11092815" y="6421628"/>
            <a:ext cx="1809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 panose="020F0502020204030204"/>
                <a:cs typeface="Calibri" panose="020F0502020204030204"/>
              </a:rPr>
              <a:t>31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38752" y="1036204"/>
            <a:ext cx="1409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低端手机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187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036356"/>
            <a:ext cx="11702143" cy="478985"/>
          </a:xfrm>
          <a:prstGeom prst="rect">
            <a:avLst/>
          </a:prstGeom>
          <a:gradFill>
            <a:gsLst>
              <a:gs pos="0">
                <a:srgbClr val="D8007D">
                  <a:alpha val="10000"/>
                </a:srgbClr>
              </a:gs>
              <a:gs pos="72000">
                <a:srgbClr val="870069">
                  <a:alpha val="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 txBox="1"/>
          <p:nvPr/>
        </p:nvSpPr>
        <p:spPr>
          <a:xfrm>
            <a:off x="339271" y="0"/>
            <a:ext cx="4829629" cy="7508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2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object 11"/>
          <p:cNvGrpSpPr/>
          <p:nvPr/>
        </p:nvGrpSpPr>
        <p:grpSpPr>
          <a:xfrm>
            <a:off x="10088138" y="3832161"/>
            <a:ext cx="2102762" cy="2436495"/>
            <a:chOff x="10089680" y="3175622"/>
            <a:chExt cx="2102762" cy="2436495"/>
          </a:xfrm>
        </p:grpSpPr>
        <p:sp>
          <p:nvSpPr>
            <p:cNvPr id="16" name="object 12"/>
            <p:cNvSpPr/>
            <p:nvPr/>
          </p:nvSpPr>
          <p:spPr>
            <a:xfrm>
              <a:off x="10089680" y="3175622"/>
              <a:ext cx="2102485" cy="2436495"/>
            </a:xfrm>
            <a:custGeom>
              <a:avLst/>
              <a:gdLst/>
              <a:ahLst/>
              <a:cxnLst/>
              <a:rect l="l" t="t" r="r" b="b"/>
              <a:pathLst>
                <a:path w="2102484" h="2436495">
                  <a:moveTo>
                    <a:pt x="723163" y="1501902"/>
                  </a:moveTo>
                  <a:lnTo>
                    <a:pt x="713028" y="1457452"/>
                  </a:lnTo>
                  <a:lnTo>
                    <a:pt x="688060" y="1416138"/>
                  </a:lnTo>
                  <a:lnTo>
                    <a:pt x="387400" y="1058367"/>
                  </a:lnTo>
                  <a:lnTo>
                    <a:pt x="306819" y="960666"/>
                  </a:lnTo>
                  <a:lnTo>
                    <a:pt x="279679" y="928344"/>
                  </a:lnTo>
                  <a:lnTo>
                    <a:pt x="245643" y="890955"/>
                  </a:lnTo>
                  <a:lnTo>
                    <a:pt x="201904" y="864895"/>
                  </a:lnTo>
                  <a:lnTo>
                    <a:pt x="134797" y="856081"/>
                  </a:lnTo>
                  <a:lnTo>
                    <a:pt x="102654" y="862037"/>
                  </a:lnTo>
                  <a:lnTo>
                    <a:pt x="41554" y="900036"/>
                  </a:lnTo>
                  <a:lnTo>
                    <a:pt x="3238" y="964095"/>
                  </a:lnTo>
                  <a:lnTo>
                    <a:pt x="1447" y="1006119"/>
                  </a:lnTo>
                  <a:lnTo>
                    <a:pt x="0" y="1027442"/>
                  </a:lnTo>
                  <a:lnTo>
                    <a:pt x="10083" y="1068197"/>
                  </a:lnTo>
                  <a:lnTo>
                    <a:pt x="37757" y="1113523"/>
                  </a:lnTo>
                  <a:lnTo>
                    <a:pt x="78092" y="1161529"/>
                  </a:lnTo>
                  <a:lnTo>
                    <a:pt x="98437" y="1185329"/>
                  </a:lnTo>
                  <a:lnTo>
                    <a:pt x="134696" y="1229055"/>
                  </a:lnTo>
                  <a:lnTo>
                    <a:pt x="207860" y="1315999"/>
                  </a:lnTo>
                  <a:lnTo>
                    <a:pt x="278930" y="1401470"/>
                  </a:lnTo>
                  <a:lnTo>
                    <a:pt x="384136" y="1526006"/>
                  </a:lnTo>
                  <a:lnTo>
                    <a:pt x="419011" y="1567662"/>
                  </a:lnTo>
                  <a:lnTo>
                    <a:pt x="453529" y="1609623"/>
                  </a:lnTo>
                  <a:lnTo>
                    <a:pt x="492290" y="1642402"/>
                  </a:lnTo>
                  <a:lnTo>
                    <a:pt x="539026" y="1659877"/>
                  </a:lnTo>
                  <a:lnTo>
                    <a:pt x="588492" y="1662531"/>
                  </a:lnTo>
                  <a:lnTo>
                    <a:pt x="635431" y="1650796"/>
                  </a:lnTo>
                  <a:lnTo>
                    <a:pt x="674611" y="1625168"/>
                  </a:lnTo>
                  <a:lnTo>
                    <a:pt x="702945" y="1588655"/>
                  </a:lnTo>
                  <a:lnTo>
                    <a:pt x="719455" y="1546593"/>
                  </a:lnTo>
                  <a:lnTo>
                    <a:pt x="723163" y="1501902"/>
                  </a:lnTo>
                  <a:close/>
                </a:path>
                <a:path w="2102484" h="2436495">
                  <a:moveTo>
                    <a:pt x="1785658" y="434505"/>
                  </a:moveTo>
                  <a:lnTo>
                    <a:pt x="1760207" y="398957"/>
                  </a:lnTo>
                  <a:lnTo>
                    <a:pt x="1713141" y="357378"/>
                  </a:lnTo>
                  <a:lnTo>
                    <a:pt x="1649945" y="313969"/>
                  </a:lnTo>
                  <a:lnTo>
                    <a:pt x="1610575" y="291604"/>
                  </a:lnTo>
                  <a:lnTo>
                    <a:pt x="1569567" y="272008"/>
                  </a:lnTo>
                  <a:lnTo>
                    <a:pt x="1526730" y="255371"/>
                  </a:lnTo>
                  <a:lnTo>
                    <a:pt x="1458353" y="236969"/>
                  </a:lnTo>
                  <a:lnTo>
                    <a:pt x="1389240" y="224828"/>
                  </a:lnTo>
                  <a:lnTo>
                    <a:pt x="1366685" y="222415"/>
                  </a:lnTo>
                  <a:lnTo>
                    <a:pt x="1366685" y="444144"/>
                  </a:lnTo>
                  <a:lnTo>
                    <a:pt x="1361986" y="467753"/>
                  </a:lnTo>
                  <a:lnTo>
                    <a:pt x="1347266" y="488950"/>
                  </a:lnTo>
                  <a:lnTo>
                    <a:pt x="1325194" y="503313"/>
                  </a:lnTo>
                  <a:lnTo>
                    <a:pt x="1298448" y="506437"/>
                  </a:lnTo>
                  <a:lnTo>
                    <a:pt x="1273721" y="500138"/>
                  </a:lnTo>
                  <a:lnTo>
                    <a:pt x="1251407" y="484390"/>
                  </a:lnTo>
                  <a:lnTo>
                    <a:pt x="1235849" y="462965"/>
                  </a:lnTo>
                  <a:lnTo>
                    <a:pt x="1231404" y="439623"/>
                  </a:lnTo>
                  <a:lnTo>
                    <a:pt x="1238224" y="414934"/>
                  </a:lnTo>
                  <a:lnTo>
                    <a:pt x="1252626" y="393954"/>
                  </a:lnTo>
                  <a:lnTo>
                    <a:pt x="1274102" y="379323"/>
                  </a:lnTo>
                  <a:lnTo>
                    <a:pt x="1302143" y="373646"/>
                  </a:lnTo>
                  <a:lnTo>
                    <a:pt x="1327073" y="379082"/>
                  </a:lnTo>
                  <a:lnTo>
                    <a:pt x="1347114" y="394284"/>
                  </a:lnTo>
                  <a:lnTo>
                    <a:pt x="1360805" y="416788"/>
                  </a:lnTo>
                  <a:lnTo>
                    <a:pt x="1366685" y="444144"/>
                  </a:lnTo>
                  <a:lnTo>
                    <a:pt x="1366685" y="222415"/>
                  </a:lnTo>
                  <a:lnTo>
                    <a:pt x="1359509" y="221640"/>
                  </a:lnTo>
                  <a:lnTo>
                    <a:pt x="1329461" y="220687"/>
                  </a:lnTo>
                  <a:lnTo>
                    <a:pt x="1299235" y="221132"/>
                  </a:lnTo>
                  <a:lnTo>
                    <a:pt x="1268996" y="222110"/>
                  </a:lnTo>
                  <a:lnTo>
                    <a:pt x="1244434" y="224497"/>
                  </a:lnTo>
                  <a:lnTo>
                    <a:pt x="1220203" y="228650"/>
                  </a:lnTo>
                  <a:lnTo>
                    <a:pt x="1195400" y="232498"/>
                  </a:lnTo>
                  <a:lnTo>
                    <a:pt x="1194142" y="232498"/>
                  </a:lnTo>
                  <a:lnTo>
                    <a:pt x="1171384" y="233591"/>
                  </a:lnTo>
                  <a:lnTo>
                    <a:pt x="1163091" y="232498"/>
                  </a:lnTo>
                  <a:lnTo>
                    <a:pt x="1141869" y="182892"/>
                  </a:lnTo>
                  <a:lnTo>
                    <a:pt x="1138923" y="165950"/>
                  </a:lnTo>
                  <a:lnTo>
                    <a:pt x="1135900" y="149021"/>
                  </a:lnTo>
                  <a:lnTo>
                    <a:pt x="1129144" y="117297"/>
                  </a:lnTo>
                  <a:lnTo>
                    <a:pt x="1121854" y="85661"/>
                  </a:lnTo>
                  <a:lnTo>
                    <a:pt x="1115352" y="53873"/>
                  </a:lnTo>
                  <a:lnTo>
                    <a:pt x="1111034" y="22428"/>
                  </a:lnTo>
                  <a:lnTo>
                    <a:pt x="1110932" y="21653"/>
                  </a:lnTo>
                  <a:lnTo>
                    <a:pt x="1109383" y="13550"/>
                  </a:lnTo>
                  <a:lnTo>
                    <a:pt x="1105979" y="6604"/>
                  </a:lnTo>
                  <a:lnTo>
                    <a:pt x="1100391" y="1778"/>
                  </a:lnTo>
                  <a:lnTo>
                    <a:pt x="1092263" y="0"/>
                  </a:lnTo>
                  <a:lnTo>
                    <a:pt x="1084199" y="2247"/>
                  </a:lnTo>
                  <a:lnTo>
                    <a:pt x="1080198" y="22428"/>
                  </a:lnTo>
                  <a:lnTo>
                    <a:pt x="1080655" y="39344"/>
                  </a:lnTo>
                  <a:lnTo>
                    <a:pt x="1084618" y="55562"/>
                  </a:lnTo>
                  <a:lnTo>
                    <a:pt x="1089596" y="71589"/>
                  </a:lnTo>
                  <a:lnTo>
                    <a:pt x="1093101" y="87947"/>
                  </a:lnTo>
                  <a:lnTo>
                    <a:pt x="1097127" y="115557"/>
                  </a:lnTo>
                  <a:lnTo>
                    <a:pt x="1102398" y="142938"/>
                  </a:lnTo>
                  <a:lnTo>
                    <a:pt x="1108329" y="170230"/>
                  </a:lnTo>
                  <a:lnTo>
                    <a:pt x="1114374" y="197497"/>
                  </a:lnTo>
                  <a:lnTo>
                    <a:pt x="1119428" y="223443"/>
                  </a:lnTo>
                  <a:lnTo>
                    <a:pt x="1119238" y="228650"/>
                  </a:lnTo>
                  <a:lnTo>
                    <a:pt x="1119174" y="230454"/>
                  </a:lnTo>
                  <a:lnTo>
                    <a:pt x="1119060" y="233591"/>
                  </a:lnTo>
                  <a:lnTo>
                    <a:pt x="1088618" y="258102"/>
                  </a:lnTo>
                  <a:lnTo>
                    <a:pt x="1067854" y="264756"/>
                  </a:lnTo>
                  <a:lnTo>
                    <a:pt x="1047775" y="272770"/>
                  </a:lnTo>
                  <a:lnTo>
                    <a:pt x="1008634" y="290512"/>
                  </a:lnTo>
                  <a:lnTo>
                    <a:pt x="970838" y="309118"/>
                  </a:lnTo>
                  <a:lnTo>
                    <a:pt x="934288" y="330022"/>
                  </a:lnTo>
                  <a:lnTo>
                    <a:pt x="899071" y="353161"/>
                  </a:lnTo>
                  <a:lnTo>
                    <a:pt x="873226" y="372491"/>
                  </a:lnTo>
                  <a:lnTo>
                    <a:pt x="873226" y="857427"/>
                  </a:lnTo>
                  <a:lnTo>
                    <a:pt x="868413" y="881926"/>
                  </a:lnTo>
                  <a:lnTo>
                    <a:pt x="868337" y="882357"/>
                  </a:lnTo>
                  <a:lnTo>
                    <a:pt x="853617" y="904316"/>
                  </a:lnTo>
                  <a:lnTo>
                    <a:pt x="831951" y="919543"/>
                  </a:lnTo>
                  <a:lnTo>
                    <a:pt x="806170" y="924255"/>
                  </a:lnTo>
                  <a:lnTo>
                    <a:pt x="782104" y="918362"/>
                  </a:lnTo>
                  <a:lnTo>
                    <a:pt x="759955" y="903008"/>
                  </a:lnTo>
                  <a:lnTo>
                    <a:pt x="743559" y="881926"/>
                  </a:lnTo>
                  <a:lnTo>
                    <a:pt x="736803" y="858850"/>
                  </a:lnTo>
                  <a:lnTo>
                    <a:pt x="742861" y="833932"/>
                  </a:lnTo>
                  <a:lnTo>
                    <a:pt x="759460" y="810755"/>
                  </a:lnTo>
                  <a:lnTo>
                    <a:pt x="782027" y="794054"/>
                  </a:lnTo>
                  <a:lnTo>
                    <a:pt x="806030" y="788555"/>
                  </a:lnTo>
                  <a:lnTo>
                    <a:pt x="831621" y="795121"/>
                  </a:lnTo>
                  <a:lnTo>
                    <a:pt x="852690" y="809840"/>
                  </a:lnTo>
                  <a:lnTo>
                    <a:pt x="867219" y="831138"/>
                  </a:lnTo>
                  <a:lnTo>
                    <a:pt x="873226" y="857427"/>
                  </a:lnTo>
                  <a:lnTo>
                    <a:pt x="873226" y="372491"/>
                  </a:lnTo>
                  <a:lnTo>
                    <a:pt x="826541" y="411073"/>
                  </a:lnTo>
                  <a:lnTo>
                    <a:pt x="789990" y="445820"/>
                  </a:lnTo>
                  <a:lnTo>
                    <a:pt x="755700" y="482815"/>
                  </a:lnTo>
                  <a:lnTo>
                    <a:pt x="723811" y="522211"/>
                  </a:lnTo>
                  <a:lnTo>
                    <a:pt x="686841" y="576503"/>
                  </a:lnTo>
                  <a:lnTo>
                    <a:pt x="651116" y="635469"/>
                  </a:lnTo>
                  <a:lnTo>
                    <a:pt x="646607" y="647230"/>
                  </a:lnTo>
                  <a:lnTo>
                    <a:pt x="636765" y="642620"/>
                  </a:lnTo>
                  <a:lnTo>
                    <a:pt x="627214" y="638721"/>
                  </a:lnTo>
                  <a:lnTo>
                    <a:pt x="617423" y="635469"/>
                  </a:lnTo>
                  <a:lnTo>
                    <a:pt x="607568" y="632409"/>
                  </a:lnTo>
                  <a:lnTo>
                    <a:pt x="597814" y="629056"/>
                  </a:lnTo>
                  <a:lnTo>
                    <a:pt x="578662" y="621474"/>
                  </a:lnTo>
                  <a:lnTo>
                    <a:pt x="540600" y="605828"/>
                  </a:lnTo>
                  <a:lnTo>
                    <a:pt x="521423" y="598500"/>
                  </a:lnTo>
                  <a:lnTo>
                    <a:pt x="500240" y="590765"/>
                  </a:lnTo>
                  <a:lnTo>
                    <a:pt x="479145" y="582815"/>
                  </a:lnTo>
                  <a:lnTo>
                    <a:pt x="458228" y="574471"/>
                  </a:lnTo>
                  <a:lnTo>
                    <a:pt x="437578" y="565543"/>
                  </a:lnTo>
                  <a:lnTo>
                    <a:pt x="429234" y="562571"/>
                  </a:lnTo>
                  <a:lnTo>
                    <a:pt x="421970" y="562114"/>
                  </a:lnTo>
                  <a:lnTo>
                    <a:pt x="415772" y="564718"/>
                  </a:lnTo>
                  <a:lnTo>
                    <a:pt x="410654" y="570992"/>
                  </a:lnTo>
                  <a:lnTo>
                    <a:pt x="408355" y="578916"/>
                  </a:lnTo>
                  <a:lnTo>
                    <a:pt x="410603" y="584746"/>
                  </a:lnTo>
                  <a:lnTo>
                    <a:pt x="463677" y="610692"/>
                  </a:lnTo>
                  <a:lnTo>
                    <a:pt x="505002" y="627037"/>
                  </a:lnTo>
                  <a:lnTo>
                    <a:pt x="588454" y="657504"/>
                  </a:lnTo>
                  <a:lnTo>
                    <a:pt x="612736" y="667600"/>
                  </a:lnTo>
                  <a:lnTo>
                    <a:pt x="624471" y="678307"/>
                  </a:lnTo>
                  <a:lnTo>
                    <a:pt x="625068" y="693953"/>
                  </a:lnTo>
                  <a:lnTo>
                    <a:pt x="615924" y="718858"/>
                  </a:lnTo>
                  <a:lnTo>
                    <a:pt x="614641" y="721817"/>
                  </a:lnTo>
                  <a:lnTo>
                    <a:pt x="614908" y="725424"/>
                  </a:lnTo>
                  <a:lnTo>
                    <a:pt x="613752" y="728459"/>
                  </a:lnTo>
                  <a:lnTo>
                    <a:pt x="608114" y="745744"/>
                  </a:lnTo>
                  <a:lnTo>
                    <a:pt x="603758" y="763333"/>
                  </a:lnTo>
                  <a:lnTo>
                    <a:pt x="599986" y="781075"/>
                  </a:lnTo>
                  <a:lnTo>
                    <a:pt x="596087" y="798791"/>
                  </a:lnTo>
                  <a:lnTo>
                    <a:pt x="588416" y="835545"/>
                  </a:lnTo>
                  <a:lnTo>
                    <a:pt x="582510" y="872769"/>
                  </a:lnTo>
                  <a:lnTo>
                    <a:pt x="577964" y="910704"/>
                  </a:lnTo>
                  <a:lnTo>
                    <a:pt x="574370" y="949579"/>
                  </a:lnTo>
                  <a:lnTo>
                    <a:pt x="579399" y="997064"/>
                  </a:lnTo>
                  <a:lnTo>
                    <a:pt x="585571" y="1044790"/>
                  </a:lnTo>
                  <a:lnTo>
                    <a:pt x="594169" y="1092415"/>
                  </a:lnTo>
                  <a:lnTo>
                    <a:pt x="606488" y="1139609"/>
                  </a:lnTo>
                  <a:lnTo>
                    <a:pt x="623811" y="1186014"/>
                  </a:lnTo>
                  <a:lnTo>
                    <a:pt x="640588" y="1222146"/>
                  </a:lnTo>
                  <a:lnTo>
                    <a:pt x="658863" y="1257287"/>
                  </a:lnTo>
                  <a:lnTo>
                    <a:pt x="679069" y="1291336"/>
                  </a:lnTo>
                  <a:lnTo>
                    <a:pt x="701560" y="1324127"/>
                  </a:lnTo>
                  <a:lnTo>
                    <a:pt x="714197" y="1333931"/>
                  </a:lnTo>
                  <a:lnTo>
                    <a:pt x="720991" y="1332941"/>
                  </a:lnTo>
                  <a:lnTo>
                    <a:pt x="728903" y="1328102"/>
                  </a:lnTo>
                  <a:lnTo>
                    <a:pt x="757161" y="1305229"/>
                  </a:lnTo>
                  <a:lnTo>
                    <a:pt x="784809" y="1281607"/>
                  </a:lnTo>
                  <a:lnTo>
                    <a:pt x="812203" y="1257706"/>
                  </a:lnTo>
                  <a:lnTo>
                    <a:pt x="839736" y="1233970"/>
                  </a:lnTo>
                  <a:lnTo>
                    <a:pt x="932802" y="1154696"/>
                  </a:lnTo>
                  <a:lnTo>
                    <a:pt x="1127048" y="992466"/>
                  </a:lnTo>
                  <a:lnTo>
                    <a:pt x="1207211" y="924255"/>
                  </a:lnTo>
                  <a:lnTo>
                    <a:pt x="1257211" y="881926"/>
                  </a:lnTo>
                  <a:lnTo>
                    <a:pt x="1369847" y="788555"/>
                  </a:lnTo>
                  <a:lnTo>
                    <a:pt x="1537119" y="647230"/>
                  </a:lnTo>
                  <a:lnTo>
                    <a:pt x="1652079" y="549414"/>
                  </a:lnTo>
                  <a:lnTo>
                    <a:pt x="1703400" y="506437"/>
                  </a:lnTo>
                  <a:lnTo>
                    <a:pt x="1778774" y="444144"/>
                  </a:lnTo>
                  <a:lnTo>
                    <a:pt x="1783448" y="439420"/>
                  </a:lnTo>
                  <a:lnTo>
                    <a:pt x="1785658" y="434505"/>
                  </a:lnTo>
                  <a:close/>
                </a:path>
                <a:path w="2102484" h="2436495">
                  <a:moveTo>
                    <a:pt x="2102319" y="805116"/>
                  </a:moveTo>
                  <a:lnTo>
                    <a:pt x="2100694" y="804138"/>
                  </a:lnTo>
                  <a:lnTo>
                    <a:pt x="1880450" y="543293"/>
                  </a:lnTo>
                  <a:lnTo>
                    <a:pt x="1846364" y="502183"/>
                  </a:lnTo>
                  <a:lnTo>
                    <a:pt x="1838312" y="494639"/>
                  </a:lnTo>
                  <a:lnTo>
                    <a:pt x="1831086" y="492506"/>
                  </a:lnTo>
                  <a:lnTo>
                    <a:pt x="1823935" y="494842"/>
                  </a:lnTo>
                  <a:lnTo>
                    <a:pt x="1816100" y="500659"/>
                  </a:lnTo>
                  <a:lnTo>
                    <a:pt x="1731886" y="573252"/>
                  </a:lnTo>
                  <a:lnTo>
                    <a:pt x="1689506" y="609219"/>
                  </a:lnTo>
                  <a:lnTo>
                    <a:pt x="1606740" y="677202"/>
                  </a:lnTo>
                  <a:lnTo>
                    <a:pt x="1409280" y="842797"/>
                  </a:lnTo>
                  <a:lnTo>
                    <a:pt x="1369352" y="875411"/>
                  </a:lnTo>
                  <a:lnTo>
                    <a:pt x="1329766" y="908291"/>
                  </a:lnTo>
                  <a:lnTo>
                    <a:pt x="1251597" y="975423"/>
                  </a:lnTo>
                  <a:lnTo>
                    <a:pt x="1176337" y="1037577"/>
                  </a:lnTo>
                  <a:lnTo>
                    <a:pt x="874801" y="1294104"/>
                  </a:lnTo>
                  <a:lnTo>
                    <a:pt x="774052" y="1377899"/>
                  </a:lnTo>
                  <a:lnTo>
                    <a:pt x="767207" y="1385316"/>
                  </a:lnTo>
                  <a:lnTo>
                    <a:pt x="764438" y="1392897"/>
                  </a:lnTo>
                  <a:lnTo>
                    <a:pt x="765759" y="1400479"/>
                  </a:lnTo>
                  <a:lnTo>
                    <a:pt x="771182" y="1407947"/>
                  </a:lnTo>
                  <a:lnTo>
                    <a:pt x="791362" y="1429397"/>
                  </a:lnTo>
                  <a:lnTo>
                    <a:pt x="810234" y="1451914"/>
                  </a:lnTo>
                  <a:lnTo>
                    <a:pt x="828548" y="1474889"/>
                  </a:lnTo>
                  <a:lnTo>
                    <a:pt x="846988" y="1497736"/>
                  </a:lnTo>
                  <a:lnTo>
                    <a:pt x="1194981" y="1913864"/>
                  </a:lnTo>
                  <a:lnTo>
                    <a:pt x="1292123" y="2027936"/>
                  </a:lnTo>
                  <a:lnTo>
                    <a:pt x="1416812" y="2175802"/>
                  </a:lnTo>
                  <a:lnTo>
                    <a:pt x="1442059" y="2199525"/>
                  </a:lnTo>
                  <a:lnTo>
                    <a:pt x="1470660" y="2215946"/>
                  </a:lnTo>
                  <a:lnTo>
                    <a:pt x="1502244" y="2225865"/>
                  </a:lnTo>
                  <a:lnTo>
                    <a:pt x="1536407" y="2230094"/>
                  </a:lnTo>
                  <a:lnTo>
                    <a:pt x="1562506" y="2228862"/>
                  </a:lnTo>
                  <a:lnTo>
                    <a:pt x="1610233" y="2212835"/>
                  </a:lnTo>
                  <a:lnTo>
                    <a:pt x="1654187" y="2182037"/>
                  </a:lnTo>
                  <a:lnTo>
                    <a:pt x="1697621" y="2146617"/>
                  </a:lnTo>
                  <a:lnTo>
                    <a:pt x="1718792" y="2128278"/>
                  </a:lnTo>
                  <a:lnTo>
                    <a:pt x="1727631" y="2122754"/>
                  </a:lnTo>
                  <a:lnTo>
                    <a:pt x="1765071" y="2144903"/>
                  </a:lnTo>
                  <a:lnTo>
                    <a:pt x="1809953" y="2201367"/>
                  </a:lnTo>
                  <a:lnTo>
                    <a:pt x="1842211" y="2240343"/>
                  </a:lnTo>
                  <a:lnTo>
                    <a:pt x="1874989" y="2278900"/>
                  </a:lnTo>
                  <a:lnTo>
                    <a:pt x="1907578" y="2317610"/>
                  </a:lnTo>
                  <a:lnTo>
                    <a:pt x="1939213" y="2357107"/>
                  </a:lnTo>
                  <a:lnTo>
                    <a:pt x="1973364" y="2394140"/>
                  </a:lnTo>
                  <a:lnTo>
                    <a:pt x="2012327" y="2420950"/>
                  </a:lnTo>
                  <a:lnTo>
                    <a:pt x="2056993" y="2435606"/>
                  </a:lnTo>
                  <a:lnTo>
                    <a:pt x="2102319" y="2436076"/>
                  </a:lnTo>
                  <a:lnTo>
                    <a:pt x="2102319" y="2122005"/>
                  </a:lnTo>
                  <a:lnTo>
                    <a:pt x="2102319" y="2075878"/>
                  </a:lnTo>
                  <a:lnTo>
                    <a:pt x="2096427" y="2071839"/>
                  </a:lnTo>
                  <a:lnTo>
                    <a:pt x="2086876" y="2061629"/>
                  </a:lnTo>
                  <a:lnTo>
                    <a:pt x="2070100" y="2039061"/>
                  </a:lnTo>
                  <a:lnTo>
                    <a:pt x="2049018" y="2013991"/>
                  </a:lnTo>
                  <a:lnTo>
                    <a:pt x="2005952" y="1964626"/>
                  </a:lnTo>
                  <a:lnTo>
                    <a:pt x="1980298" y="1929676"/>
                  </a:lnTo>
                  <a:lnTo>
                    <a:pt x="1977085" y="1920748"/>
                  </a:lnTo>
                  <a:lnTo>
                    <a:pt x="1978215" y="1911794"/>
                  </a:lnTo>
                  <a:lnTo>
                    <a:pt x="1985568" y="1902802"/>
                  </a:lnTo>
                  <a:lnTo>
                    <a:pt x="2015858" y="1877352"/>
                  </a:lnTo>
                  <a:lnTo>
                    <a:pt x="2045855" y="1851558"/>
                  </a:lnTo>
                  <a:lnTo>
                    <a:pt x="2076386" y="1826399"/>
                  </a:lnTo>
                  <a:lnTo>
                    <a:pt x="2102319" y="1807248"/>
                  </a:lnTo>
                  <a:lnTo>
                    <a:pt x="2102319" y="805116"/>
                  </a:lnTo>
                  <a:close/>
                </a:path>
                <a:path w="2102484" h="2436495">
                  <a:moveTo>
                    <a:pt x="2102319" y="287070"/>
                  </a:moveTo>
                  <a:lnTo>
                    <a:pt x="2086546" y="287223"/>
                  </a:lnTo>
                  <a:lnTo>
                    <a:pt x="2064867" y="287045"/>
                  </a:lnTo>
                  <a:lnTo>
                    <a:pt x="2048878" y="288086"/>
                  </a:lnTo>
                  <a:lnTo>
                    <a:pt x="2005736" y="305473"/>
                  </a:lnTo>
                  <a:lnTo>
                    <a:pt x="1959508" y="347040"/>
                  </a:lnTo>
                  <a:lnTo>
                    <a:pt x="1932711" y="404761"/>
                  </a:lnTo>
                  <a:lnTo>
                    <a:pt x="1927872" y="437984"/>
                  </a:lnTo>
                  <a:lnTo>
                    <a:pt x="1930425" y="469099"/>
                  </a:lnTo>
                  <a:lnTo>
                    <a:pt x="1956384" y="524700"/>
                  </a:lnTo>
                  <a:lnTo>
                    <a:pt x="1985746" y="561848"/>
                  </a:lnTo>
                  <a:lnTo>
                    <a:pt x="2015947" y="598347"/>
                  </a:lnTo>
                  <a:lnTo>
                    <a:pt x="2102319" y="699604"/>
                  </a:lnTo>
                  <a:lnTo>
                    <a:pt x="2102319" y="287070"/>
                  </a:lnTo>
                  <a:close/>
                </a:path>
              </a:pathLst>
            </a:custGeom>
            <a:solidFill>
              <a:srgbClr val="78C2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6"/>
            <p:cNvSpPr/>
            <p:nvPr/>
          </p:nvSpPr>
          <p:spPr>
            <a:xfrm>
              <a:off x="11370680" y="4217757"/>
              <a:ext cx="767715" cy="699135"/>
            </a:xfrm>
            <a:custGeom>
              <a:avLst/>
              <a:gdLst/>
              <a:ahLst/>
              <a:cxnLst/>
              <a:rect l="l" t="t" r="r" b="b"/>
              <a:pathLst>
                <a:path w="767715" h="699135">
                  <a:moveTo>
                    <a:pt x="755793" y="320922"/>
                  </a:moveTo>
                  <a:lnTo>
                    <a:pt x="325777" y="690944"/>
                  </a:lnTo>
                  <a:lnTo>
                    <a:pt x="313888" y="697595"/>
                  </a:lnTo>
                  <a:lnTo>
                    <a:pt x="300783" y="699126"/>
                  </a:lnTo>
                  <a:lnTo>
                    <a:pt x="288053" y="695657"/>
                  </a:lnTo>
                  <a:lnTo>
                    <a:pt x="277289" y="687308"/>
                  </a:lnTo>
                  <a:lnTo>
                    <a:pt x="8182" y="374568"/>
                  </a:lnTo>
                  <a:lnTo>
                    <a:pt x="1531" y="362679"/>
                  </a:lnTo>
                  <a:lnTo>
                    <a:pt x="0" y="349575"/>
                  </a:lnTo>
                  <a:lnTo>
                    <a:pt x="3468" y="336845"/>
                  </a:lnTo>
                  <a:lnTo>
                    <a:pt x="11818" y="326081"/>
                  </a:lnTo>
                  <a:lnTo>
                    <a:pt x="134308" y="220681"/>
                  </a:lnTo>
                  <a:lnTo>
                    <a:pt x="139520" y="216196"/>
                  </a:lnTo>
                  <a:lnTo>
                    <a:pt x="145853" y="213013"/>
                  </a:lnTo>
                  <a:lnTo>
                    <a:pt x="152566" y="212907"/>
                  </a:lnTo>
                  <a:lnTo>
                    <a:pt x="265162" y="198800"/>
                  </a:lnTo>
                  <a:lnTo>
                    <a:pt x="486686" y="8182"/>
                  </a:lnTo>
                  <a:lnTo>
                    <a:pt x="498574" y="1531"/>
                  </a:lnTo>
                  <a:lnTo>
                    <a:pt x="511679" y="0"/>
                  </a:lnTo>
                  <a:lnTo>
                    <a:pt x="524409" y="3468"/>
                  </a:lnTo>
                  <a:lnTo>
                    <a:pt x="535173" y="11818"/>
                  </a:lnTo>
                  <a:lnTo>
                    <a:pt x="759429" y="272434"/>
                  </a:lnTo>
                  <a:lnTo>
                    <a:pt x="766080" y="284323"/>
                  </a:lnTo>
                  <a:lnTo>
                    <a:pt x="767611" y="297428"/>
                  </a:lnTo>
                  <a:lnTo>
                    <a:pt x="764143" y="310158"/>
                  </a:lnTo>
                  <a:lnTo>
                    <a:pt x="755793" y="320922"/>
                  </a:lnTo>
                  <a:close/>
                </a:path>
              </a:pathLst>
            </a:custGeom>
            <a:ln w="1716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462192" y="4231395"/>
              <a:ext cx="730250" cy="699135"/>
            </a:xfrm>
            <a:custGeom>
              <a:avLst/>
              <a:gdLst/>
              <a:ahLst/>
              <a:cxnLst/>
              <a:rect l="l" t="t" r="r" b="b"/>
              <a:pathLst>
                <a:path w="730250" h="699135">
                  <a:moveTo>
                    <a:pt x="729807" y="343282"/>
                  </a:moveTo>
                  <a:lnTo>
                    <a:pt x="325777" y="690944"/>
                  </a:lnTo>
                  <a:lnTo>
                    <a:pt x="313888" y="697595"/>
                  </a:lnTo>
                  <a:lnTo>
                    <a:pt x="300783" y="699126"/>
                  </a:lnTo>
                  <a:lnTo>
                    <a:pt x="288053" y="695657"/>
                  </a:lnTo>
                  <a:lnTo>
                    <a:pt x="277289" y="687308"/>
                  </a:lnTo>
                  <a:lnTo>
                    <a:pt x="8182" y="374568"/>
                  </a:lnTo>
                  <a:lnTo>
                    <a:pt x="1531" y="362679"/>
                  </a:lnTo>
                  <a:lnTo>
                    <a:pt x="0" y="349575"/>
                  </a:lnTo>
                  <a:lnTo>
                    <a:pt x="3468" y="336845"/>
                  </a:lnTo>
                  <a:lnTo>
                    <a:pt x="134308" y="220681"/>
                  </a:lnTo>
                  <a:lnTo>
                    <a:pt x="152566" y="212907"/>
                  </a:lnTo>
                  <a:lnTo>
                    <a:pt x="265162" y="198800"/>
                  </a:lnTo>
                  <a:lnTo>
                    <a:pt x="486686" y="8182"/>
                  </a:lnTo>
                  <a:lnTo>
                    <a:pt x="498574" y="1531"/>
                  </a:lnTo>
                  <a:lnTo>
                    <a:pt x="511679" y="0"/>
                  </a:lnTo>
                  <a:lnTo>
                    <a:pt x="524409" y="3468"/>
                  </a:lnTo>
                  <a:lnTo>
                    <a:pt x="535173" y="11818"/>
                  </a:lnTo>
                  <a:lnTo>
                    <a:pt x="729807" y="238010"/>
                  </a:lnTo>
                </a:path>
              </a:pathLst>
            </a:custGeom>
            <a:ln w="17165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3"/>
          <p:cNvSpPr txBox="1"/>
          <p:nvPr/>
        </p:nvSpPr>
        <p:spPr>
          <a:xfrm>
            <a:off x="489857" y="1501089"/>
            <a:ext cx="11170285" cy="21012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EROFS: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 spc="-55" dirty="0">
                <a:latin typeface="Calibri" panose="020F0502020204030204"/>
                <a:cs typeface="Calibri" panose="020F0502020204030204"/>
              </a:rPr>
              <a:t>支持压缩的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E</a:t>
            </a:r>
            <a:r>
              <a:rPr sz="2800" dirty="0">
                <a:latin typeface="Calibri" panose="020F0502020204030204"/>
                <a:cs typeface="Calibri" panose="020F0502020204030204"/>
              </a:rPr>
              <a:t>nhanced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ead-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O</a:t>
            </a:r>
            <a:r>
              <a:rPr sz="2800" dirty="0">
                <a:latin typeface="Calibri" panose="020F0502020204030204"/>
                <a:cs typeface="Calibri" panose="020F0502020204030204"/>
              </a:rPr>
              <a:t>nly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F</a:t>
            </a:r>
            <a:r>
              <a:rPr sz="2800" dirty="0">
                <a:latin typeface="Calibri" panose="020F0502020204030204"/>
                <a:cs typeface="Calibri" panose="020F0502020204030204"/>
              </a:rPr>
              <a:t>ile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S</a:t>
            </a:r>
            <a:r>
              <a:rPr sz="2800" dirty="0">
                <a:latin typeface="Calibri" panose="020F0502020204030204"/>
                <a:cs typeface="Calibri" panose="020F0502020204030204"/>
              </a:rPr>
              <a:t>ystem</a:t>
            </a:r>
            <a:r>
              <a:rPr lang="zh-CN" altLang="en-US" sz="2800" spc="-50" dirty="0"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（</a:t>
            </a:r>
            <a:r>
              <a:rPr lang="zh-CN" altLang="en-US" sz="2800" spc="-50" dirty="0"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增强型只读文件系统</a:t>
            </a:r>
            <a:r>
              <a:rPr lang="zh-CN" altLang="en-US" sz="2800" spc="-50" dirty="0"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）</a:t>
            </a:r>
            <a:endParaRPr sz="2800" spc="-5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具有四种解压缩方法的</a:t>
            </a:r>
            <a:r>
              <a:rPr lang="zh-CN" altLang="en-US" sz="2800" b="1" spc="-10" dirty="0">
                <a:latin typeface="Calibri" panose="020F0502020204030204"/>
                <a:cs typeface="Calibri" panose="020F0502020204030204"/>
              </a:rPr>
              <a:t>定长输出压缩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: </a:t>
            </a:r>
            <a:endParaRPr sz="2800" spc="-1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800" spc="-10" dirty="0">
                <a:latin typeface="Calibri" panose="020F0502020204030204"/>
                <a:cs typeface="Calibri" panose="020F0502020204030204"/>
              </a:rPr>
              <a:t>   </a:t>
            </a:r>
            <a:r>
              <a:rPr sz="2800" dirty="0">
                <a:latin typeface="Calibri" panose="020F0502020204030204"/>
                <a:cs typeface="Calibri" panose="020F0502020204030204"/>
              </a:rPr>
              <a:t>Vmap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decompression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12420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Buffer</a:t>
            </a:r>
            <a:r>
              <a:rPr sz="2800" spc="-1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decompression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4"/>
          <p:cNvSpPr txBox="1"/>
          <p:nvPr/>
        </p:nvSpPr>
        <p:spPr>
          <a:xfrm>
            <a:off x="794868" y="3552266"/>
            <a:ext cx="3458210" cy="1043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Rolling</a:t>
            </a:r>
            <a:r>
              <a:rPr sz="2800" spc="-1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decompression In-</a:t>
            </a:r>
            <a:r>
              <a:rPr sz="2800" dirty="0">
                <a:latin typeface="Calibri" panose="020F0502020204030204"/>
                <a:cs typeface="Calibri" panose="020F0502020204030204"/>
              </a:rPr>
              <a:t>place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decompression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5"/>
          <p:cNvSpPr txBox="1"/>
          <p:nvPr/>
        </p:nvSpPr>
        <p:spPr>
          <a:xfrm>
            <a:off x="602463" y="4549343"/>
            <a:ext cx="8787765" cy="157797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lang="zh-CN" altLang="en-US" sz="2800" dirty="0">
                <a:latin typeface="Calibri" panose="020F0502020204030204"/>
                <a:cs typeface="Calibri" panose="020F0502020204030204"/>
              </a:rPr>
              <a:t>已在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10,000,000+</a:t>
            </a:r>
            <a:r>
              <a:rPr sz="2800" b="1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800" spc="-10" dirty="0">
                <a:latin typeface="Calibri" panose="020F0502020204030204"/>
                <a:cs typeface="Calibri" panose="020F0502020204030204"/>
              </a:rPr>
              <a:t>手机上运行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291465" indent="-282575">
              <a:lnSpc>
                <a:spcPct val="100000"/>
              </a:lnSpc>
              <a:spcBef>
                <a:spcPts val="745"/>
              </a:spcBef>
              <a:buSzPct val="96000"/>
              <a:buFont typeface="Wingdings" panose="05000000000000000000"/>
              <a:buChar char=""/>
              <a:tabLst>
                <a:tab pos="291465" algn="l"/>
              </a:tabLst>
            </a:pPr>
            <a:r>
              <a:rPr lang="zh-CN" altLang="en-US" sz="2800" spc="-110" dirty="0">
                <a:latin typeface="Calibri" panose="020F0502020204030204"/>
                <a:cs typeface="Calibri" panose="020F0502020204030204"/>
              </a:rPr>
              <a:t>系统存储占用降低</a:t>
            </a:r>
            <a:r>
              <a:rPr sz="28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&gt;30%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291465" indent="-282575">
              <a:lnSpc>
                <a:spcPct val="100000"/>
              </a:lnSpc>
              <a:spcBef>
                <a:spcPts val="650"/>
              </a:spcBef>
              <a:buSzPct val="96000"/>
              <a:buFont typeface="Wingdings" panose="05000000000000000000"/>
              <a:buChar char=""/>
              <a:tabLst>
                <a:tab pos="291465" algn="l"/>
              </a:tabLst>
            </a:pPr>
            <a:r>
              <a:rPr lang="zh-CN" altLang="en-US" sz="2800" spc="-20" dirty="0">
                <a:latin typeface="Calibri" panose="020F0502020204030204"/>
                <a:cs typeface="Calibri" panose="020F0502020204030204"/>
                <a:sym typeface="+mn-ea"/>
              </a:rPr>
              <a:t>性能与</a:t>
            </a:r>
            <a:r>
              <a:rPr lang="en-US" altLang="zh-CN" sz="2800" spc="-20" dirty="0">
                <a:latin typeface="Calibri" panose="020F0502020204030204"/>
                <a:cs typeface="Calibri" panose="020F0502020204030204"/>
                <a:sym typeface="+mn-ea"/>
              </a:rPr>
              <a:t> Ext4 </a:t>
            </a:r>
            <a:r>
              <a:rPr lang="zh-CN" altLang="en-US" sz="2800" spc="-20" dirty="0">
                <a:latin typeface="Calibri" panose="020F0502020204030204"/>
                <a:cs typeface="Calibri" panose="020F0502020204030204"/>
                <a:sym typeface="+mn-ea"/>
              </a:rPr>
              <a:t>相当甚至</a:t>
            </a:r>
            <a:r>
              <a:rPr lang="zh-CN" altLang="en-US" sz="28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  <a:sym typeface="+mn-ea"/>
              </a:rPr>
              <a:t>更好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19"/>
          <p:cNvSpPr txBox="1"/>
          <p:nvPr/>
        </p:nvSpPr>
        <p:spPr>
          <a:xfrm rot="19200000">
            <a:off x="11514241" y="5317748"/>
            <a:ext cx="171873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100" b="1" spc="-47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2"/>
          <p:cNvSpPr txBox="1"/>
          <p:nvPr/>
        </p:nvSpPr>
        <p:spPr>
          <a:xfrm rot="19200000">
            <a:off x="11632325" y="5289435"/>
            <a:ext cx="249115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45"/>
              </a:lnSpc>
            </a:pPr>
            <a:r>
              <a:rPr sz="1600" b="1" spc="-83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R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4"/>
          <p:cNvSpPr txBox="1"/>
          <p:nvPr/>
        </p:nvSpPr>
        <p:spPr>
          <a:xfrm rot="19200000">
            <a:off x="11717650" y="5215974"/>
            <a:ext cx="248791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45"/>
              </a:lnSpc>
            </a:pPr>
            <a:r>
              <a:rPr sz="1600" b="1" spc="-1050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O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6"/>
          <p:cNvSpPr txBox="1"/>
          <p:nvPr/>
        </p:nvSpPr>
        <p:spPr>
          <a:xfrm rot="19200000">
            <a:off x="11818486" y="5129664"/>
            <a:ext cx="248336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45"/>
              </a:lnSpc>
            </a:pPr>
            <a:r>
              <a:rPr sz="1600" b="1" spc="-745" dirty="0">
                <a:solidFill>
                  <a:srgbClr val="385723"/>
                </a:solidFill>
                <a:latin typeface="Calibri" panose="020F0502020204030204"/>
                <a:cs typeface="Calibri" panose="020F0502020204030204"/>
              </a:rPr>
              <a:t>F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>
          <a:xfrm>
            <a:off x="478971" y="5897880"/>
            <a:ext cx="4931229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000"/>
              </a:lnSpc>
            </a:pPr>
            <a:endParaRPr lang="zh-CN" altLang="en-US" sz="1600" b="1" dirty="0">
              <a:solidFill>
                <a:srgbClr val="5755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87440" y="5958412"/>
            <a:ext cx="5525589" cy="454169"/>
          </a:xfrm>
          <a:prstGeom prst="roundRect">
            <a:avLst/>
          </a:prstGeom>
          <a:gradFill>
            <a:gsLst>
              <a:gs pos="0">
                <a:srgbClr val="E2007E"/>
              </a:gs>
              <a:gs pos="90000">
                <a:srgbClr val="8700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187438" y="5897880"/>
            <a:ext cx="5525592" cy="4632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汇报人：梁景铭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王一诺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强博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525417" y="3181739"/>
            <a:ext cx="51411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20675" y="986790"/>
            <a:ext cx="11392535" cy="2195195"/>
          </a:xfrm>
          <a:prstGeom prst="rect">
            <a:avLst/>
          </a:prstGeom>
        </p:spPr>
        <p:txBody>
          <a:bodyPr vert="horz" wrap="square" lIns="0" tIns="111125" rIns="0" bIns="0" rtlCol="0">
            <a:noAutofit/>
          </a:bodyPr>
          <a:lstStyle/>
          <a:p>
            <a:pPr marL="193040" marR="5080" indent="-180975">
              <a:lnSpc>
                <a:spcPts val="5780"/>
              </a:lnSpc>
              <a:spcBef>
                <a:spcPts val="875"/>
              </a:spcBef>
            </a:pPr>
            <a:r>
              <a:rPr lang="en-US" sz="7200" dirty="0">
                <a:solidFill>
                  <a:schemeClr val="bg1"/>
                </a:solidFill>
              </a:rPr>
              <a:t>THANKS</a:t>
            </a:r>
            <a:endParaRPr lang="en-US" sz="7200" spc="-1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3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4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5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6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7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8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9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0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1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2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3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4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5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6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7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8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19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0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1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2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3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4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5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6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7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8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29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ags/tag30.xml><?xml version="1.0" encoding="utf-8"?>
<p:tagLst xmlns:p="http://schemas.openxmlformats.org/presentationml/2006/main">
  <p:tag name="KSO_WM_DIAGRAM_VIRTUALLY_FRAME" val="{&quot;height&quot;:339.0798372755205,&quot;left&quot;:573.695905511811,&quot;top&quot;:164.96764303944005,&quot;width&quot;:299.215196850393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5154</Words>
  <Application>WPS 演示</Application>
  <PresentationFormat>宽屏</PresentationFormat>
  <Paragraphs>881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Calibri</vt:lpstr>
      <vt:lpstr>金山云技术体</vt:lpstr>
      <vt:lpstr>黑体</vt:lpstr>
      <vt:lpstr>Times New Roman</vt:lpstr>
      <vt:lpstr>等线</vt:lpstr>
      <vt:lpstr>等线 Light</vt:lpstr>
      <vt:lpstr>Arial Unicode MS</vt:lpstr>
      <vt:lpstr>Wingdings</vt:lpstr>
      <vt:lpstr>Segoe UI Symbol</vt:lpstr>
      <vt:lpstr>Arial MT</vt:lpstr>
      <vt:lpstr>Tahoma</vt:lpstr>
      <vt:lpstr>Office 主题​​</vt:lpstr>
      <vt:lpstr>1_Office 主题​​</vt:lpstr>
      <vt:lpstr>EROFS: A Compression-friendly Readonly File System for Resource-scarce Devices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基于动态权重选择的主题 与风格融合技术创新及产业化应用</dc:title>
  <dc:creator>gaoxiaozu</dc:creator>
  <cp:lastModifiedBy>谎</cp:lastModifiedBy>
  <cp:revision>76</cp:revision>
  <dcterms:created xsi:type="dcterms:W3CDTF">2025-05-28T08:19:00Z</dcterms:created>
  <dcterms:modified xsi:type="dcterms:W3CDTF">2025-12-09T03:36:59Z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2B3FBECDC3B742FDBA5C9A6595A8552E_12</vt:lpwstr>
  </property>
</Properties>
</file>