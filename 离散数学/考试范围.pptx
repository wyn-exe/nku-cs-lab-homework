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932" r:id="rId2"/>
    <p:sldId id="928" r:id="rId3"/>
    <p:sldId id="930" r:id="rId4"/>
    <p:sldId id="929" r:id="rId5"/>
    <p:sldId id="924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0265DF-83B7-44DC-948F-2820B7C90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893488-2825-4F24-B6D7-88DEAD58FA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5CC2A6-E72D-4091-9199-1F763B996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E9DE-530B-41B7-8AED-89ACE17000C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9DFA93-2072-40A9-A0F8-109754694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1CFC4B-008F-4F6E-88DD-69C85B36E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F0A6-5638-4AFD-AF00-60BACBDE4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13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198343-ECD4-416C-92C1-0E454D2B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2A0DF2-B08B-4117-AE1A-3386E204D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C25A0B-96FE-4143-B2E6-56EA1E12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E9DE-530B-41B7-8AED-89ACE17000C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4BBA9C-F4AB-476E-9A39-0FFE7E91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B85F7F-96B1-4561-AD5D-FF7B050F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F0A6-5638-4AFD-AF00-60BACBDE4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522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FD6BE9-9533-4E72-B2FD-E34CAB887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E0888A-04EE-4F9B-9B7B-097AFF5F2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2020B7-AF1C-4830-995F-33D7478B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E9DE-530B-41B7-8AED-89ACE17000C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816B58-24C3-47CE-BF5A-A87F95029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8A4578-1C70-4EDF-BFE0-36ED3B173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F0A6-5638-4AFD-AF00-60BACBDE4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392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5B53B9-D9B2-4AE6-B670-B3ADBF915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9B41BE-118B-418C-875A-A465DD945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B640CD-A13D-4E99-A5E6-B8BF94CF2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61682A-CBD3-4791-A02A-F4FF01A59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E9DE-530B-41B7-8AED-89ACE17000C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94064D-D187-4F42-B188-CDDF2450D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AB7E32-B859-4133-BB8E-ADAB2E4A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F0A6-5638-4AFD-AF00-60BACBDE4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9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1FE4A6-9917-4EE2-921C-4BA7D8DDC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6879E3-DA85-4983-AE4D-AE48BBEAE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41E386-77AC-419B-8BB4-016AAB13F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926F660-1D94-4CFF-A76B-8176AFB6DB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81524E-DF64-4813-8FFE-6AD35402E1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10077F-7AE6-48E5-9A7C-D63AD5060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E9DE-530B-41B7-8AED-89ACE17000C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7D1648E-E8C1-4678-A0E7-A6C0A5CBE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4101074-8CBE-4410-A1FD-E6270B0FB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F0A6-5638-4AFD-AF00-60BACBDE4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079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37133A-2FD9-4FD2-A2AD-7BB55D78D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4BDA6A5-9B71-4C3B-B5EC-BD54474B3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E9DE-530B-41B7-8AED-89ACE17000C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243D1B3-BDDC-42EA-B5D1-74498A72B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4577CD-5AAA-4843-98B7-1C1AC4C1B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F0A6-5638-4AFD-AF00-60BACBDE4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8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69909F-AEAA-4EB0-87BB-116B48FFD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E9DE-530B-41B7-8AED-89ACE17000C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567F1A7-3EA4-4889-8B6E-E0620DF7F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CB2A49-B91F-46C4-8A01-4DB58BBA0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F0A6-5638-4AFD-AF00-60BACBDE4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274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B0A7DA-8890-4203-A258-48F73B783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3B69C5-0B35-4758-815B-2775DA150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B84933-A225-4EF2-82DF-40DAD1F37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C24BF7-4CC6-4A36-9230-1F368A655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E9DE-530B-41B7-8AED-89ACE17000C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288BE0-B135-419E-B533-8456A736D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167C79-9E17-4331-B398-168E80F23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F0A6-5638-4AFD-AF00-60BACBDE4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366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DAEC7-507D-449C-B3BA-A7D77747C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F28F156-FDE3-4299-B6F3-04834A50B2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7542FF-B47A-4270-89B8-7D9B339E0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03B01D-B9F0-4F38-8588-E7F5535FC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E9DE-530B-41B7-8AED-89ACE17000C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F579A7-7DB9-46D1-B567-460F30104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41E4B6-D785-42DD-B864-D7D2DDE3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F0A6-5638-4AFD-AF00-60BACBDE4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461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9C1E7C-F5F7-49B4-B4EB-C2E8F9266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2971A5-982E-47B1-99E4-FC7FDDC16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F482C6-1A06-4255-B58F-795B09C1D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E9DE-530B-41B7-8AED-89ACE17000C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3493EC-DC57-4780-8570-2DCF19B6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3CFAF3-4CF2-4D8C-BC31-592D6618F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F0A6-5638-4AFD-AF00-60BACBDE4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731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17FEFE0-D2AC-496E-B414-3DE02D2CA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BCC88F-9F1D-45C1-8FEC-DA4BF9684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733B-F8B4-418C-AB3A-D1AEA2731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E9DE-530B-41B7-8AED-89ACE17000C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C19491-C516-4EAE-8618-192F03B9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34FE02-4B39-4791-8861-9249EBC40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F0A6-5638-4AFD-AF00-60BACBDE4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892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8AF04D-7117-4DB3-ADFA-0E1D1D453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839C84-CBD1-43D8-9F52-D0BE7631E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752CAE-741C-4EB0-835B-F09544E04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2E9DE-530B-41B7-8AED-89ACE17000C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75D418-06C4-49C2-99ED-7981B40A9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5306B5-894A-49DF-9FE7-6B004AF95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7F0A6-5638-4AFD-AF00-60BACBDE4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172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A2A88A-3A44-427C-8D27-73FCBA60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考试题型：判断对错、填空、简答、证明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讲授内容。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500920-0E63-4EC6-8024-B78F013D0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6379D7-9C7B-414B-A91C-0E0B9922BEEC}" type="datetime8">
              <a:rPr lang="en-US" smtClean="0"/>
              <a:pPr>
                <a:defRPr/>
              </a:pPr>
              <a:t>12/20/2023 7:04 PM</a:t>
            </a:fld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084005-48FB-4C06-BC7C-70F85B89B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FB5D1F-CE16-479E-AE47-CF19AE22FA0F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9E332129-6C93-4E6D-BBF4-B015072E6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154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BE7F50-DBB0-4880-806B-1FCB78DBD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2B6D0E-B57E-4655-8FA4-39D1E382A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6379D7-9C7B-414B-A91C-0E0B9922BEEC}" type="datetime8">
              <a:rPr lang="en-US" smtClean="0"/>
              <a:pPr>
                <a:defRPr/>
              </a:pPr>
              <a:t>12/20/2023 7:04 PM</a:t>
            </a:fld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96981F-AD80-4A03-8050-D24B10A0C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FB5D1F-CE16-479E-AE47-CF19AE22FA0F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1947862"/>
            <a:ext cx="3398520" cy="42971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282" y="2057400"/>
            <a:ext cx="5140686" cy="357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48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2B0D94-6073-4017-8E34-98F28C613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E09822-A8ED-43B5-B1C7-0EE5EB6CB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267A24-379B-4508-9CD7-58BE2896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6379D7-9C7B-414B-A91C-0E0B9922BEEC}" type="datetime8">
              <a:rPr lang="en-US" smtClean="0"/>
              <a:pPr>
                <a:defRPr/>
              </a:pPr>
              <a:t>12/20/2023 7:04 PM</a:t>
            </a:fld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673B54-A148-4BE4-87CB-2A13F80A1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FB5D1F-CE16-479E-AE47-CF19AE22FA0F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65125"/>
            <a:ext cx="5775960" cy="467367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5115878"/>
            <a:ext cx="8043024" cy="106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610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E75A5A-CBBE-44DC-85B3-B098F3449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D335C6-8B36-4C16-80B0-9773F178C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6379D7-9C7B-414B-A91C-0E0B9922BEEC}" type="datetime8">
              <a:rPr lang="en-US" smtClean="0"/>
              <a:pPr>
                <a:defRPr/>
              </a:pPr>
              <a:t>12/20/2023 7:04 PM</a:t>
            </a:fld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B0E9FB-2CD3-43CA-A358-584CABD5B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FB5D1F-CE16-479E-AE47-CF19AE22FA0F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365125"/>
            <a:ext cx="6728255" cy="2514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339" y="2985315"/>
            <a:ext cx="6031444" cy="5450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338" y="3699668"/>
            <a:ext cx="6339501" cy="157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469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DF5858-4AE3-46F6-8EBC-D5C894B2B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6379D7-9C7B-414B-A91C-0E0B9922BEEC}" type="datetime8">
              <a:rPr lang="en-US" smtClean="0"/>
              <a:pPr>
                <a:defRPr/>
              </a:pPr>
              <a:t>12/20/2023 7:04 PM</a:t>
            </a:fld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D81144-73CA-49AF-804B-124C30C2D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FB5D1F-CE16-479E-AE47-CF19AE22FA0F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864" y="1324927"/>
            <a:ext cx="4905375" cy="333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7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26</Words>
  <Application>Microsoft Office PowerPoint</Application>
  <PresentationFormat>宽屏</PresentationFormat>
  <Paragraphs>13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Lin Guanglian</dc:creator>
  <cp:lastModifiedBy>Lin Guanglian</cp:lastModifiedBy>
  <cp:revision>7</cp:revision>
  <dcterms:created xsi:type="dcterms:W3CDTF">2020-06-02T01:14:11Z</dcterms:created>
  <dcterms:modified xsi:type="dcterms:W3CDTF">2023-12-20T11:04:29Z</dcterms:modified>
</cp:coreProperties>
</file>